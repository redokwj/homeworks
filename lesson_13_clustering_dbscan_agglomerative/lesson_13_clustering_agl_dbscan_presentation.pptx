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41"/>
  </p:notesMasterIdLst>
  <p:handoutMasterIdLst>
    <p:handoutMasterId r:id="rId42"/>
  </p:handoutMasterIdLst>
  <p:sldIdLst>
    <p:sldId id="333" r:id="rId5"/>
    <p:sldId id="360" r:id="rId6"/>
    <p:sldId id="370" r:id="rId7"/>
    <p:sldId id="371" r:id="rId8"/>
    <p:sldId id="372" r:id="rId9"/>
    <p:sldId id="338" r:id="rId10"/>
    <p:sldId id="383" r:id="rId11"/>
    <p:sldId id="384" r:id="rId12"/>
    <p:sldId id="373" r:id="rId13"/>
    <p:sldId id="361" r:id="rId14"/>
    <p:sldId id="374" r:id="rId15"/>
    <p:sldId id="401" r:id="rId16"/>
    <p:sldId id="375" r:id="rId17"/>
    <p:sldId id="376" r:id="rId18"/>
    <p:sldId id="379" r:id="rId19"/>
    <p:sldId id="381" r:id="rId20"/>
    <p:sldId id="380" r:id="rId21"/>
    <p:sldId id="382" r:id="rId22"/>
    <p:sldId id="400" r:id="rId23"/>
    <p:sldId id="377" r:id="rId24"/>
    <p:sldId id="378" r:id="rId25"/>
    <p:sldId id="385" r:id="rId26"/>
    <p:sldId id="386" r:id="rId27"/>
    <p:sldId id="387" r:id="rId28"/>
    <p:sldId id="389" r:id="rId29"/>
    <p:sldId id="390" r:id="rId30"/>
    <p:sldId id="391" r:id="rId31"/>
    <p:sldId id="392" r:id="rId32"/>
    <p:sldId id="393" r:id="rId33"/>
    <p:sldId id="394" r:id="rId34"/>
    <p:sldId id="395" r:id="rId35"/>
    <p:sldId id="396" r:id="rId36"/>
    <p:sldId id="397" r:id="rId37"/>
    <p:sldId id="398" r:id="rId38"/>
    <p:sldId id="399" r:id="rId39"/>
    <p:sldId id="346" r:id="rId40"/>
  </p:sldIdLst>
  <p:sldSz cx="12192000" cy="6858000"/>
  <p:notesSz cx="6858000" cy="9144000"/>
  <p:custDataLst>
    <p:tags r:id="rId4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5925D2-8EA2-4B9B-8478-A3C1808ED929}" v="4" dt="2025-03-13T01:31:42.0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gs" Target="tags/tag1.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4/14/2025</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4/14/2025</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415999"/>
          </a:xfrm>
        </p:spPr>
        <p:txBody>
          <a:bodyPr lIns="0" tIns="0" rIns="0" bIns="0" anchor="t">
            <a:noAutofit/>
          </a:bodyPr>
          <a:lstStyle>
            <a:lvl1pPr algn="l">
              <a:lnSpc>
                <a:spcPct val="100000"/>
              </a:lnSpc>
              <a:defRPr sz="5400" b="0"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21208" y="4079853"/>
            <a:ext cx="7478990" cy="1431947"/>
          </a:xfrm>
        </p:spPr>
        <p:txBody>
          <a:bodyPr lIns="0" tIns="0" rIns="0" bIns="0" anchor="b">
            <a:noAutofit/>
          </a:bodyPr>
          <a:lstStyle>
            <a:lvl1pPr marL="0" indent="0" algn="l">
              <a:lnSpc>
                <a:spcPct val="100000"/>
              </a:lnSpc>
              <a:spcBef>
                <a:spcPts val="0"/>
              </a:spcBef>
              <a:buNone/>
              <a:defRPr sz="2400"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4" name="Content Placeholder 13">
            <a:extLst>
              <a:ext uri="{FF2B5EF4-FFF2-40B4-BE49-F238E27FC236}">
                <a16:creationId xmlns:a16="http://schemas.microsoft.com/office/drawing/2014/main" id="{124F891E-404B-F131-1FD2-DA5254520536}"/>
              </a:ext>
            </a:extLst>
          </p:cNvPr>
          <p:cNvSpPr>
            <a:spLocks noGrp="1"/>
          </p:cNvSpPr>
          <p:nvPr>
            <p:ph sz="quarter" idx="13" hasCustomPrompt="1"/>
          </p:nvPr>
        </p:nvSpPr>
        <p:spPr>
          <a:xfrm>
            <a:off x="521208" y="5730242"/>
            <a:ext cx="2336800" cy="355600"/>
          </a:xfrm>
        </p:spPr>
        <p:txBody>
          <a:bodyPr lIns="0" tIns="0" rIns="0" bIns="0" anchor="b">
            <a:noAutofit/>
          </a:bodyPr>
          <a:lstStyle>
            <a:lvl1pPr marL="0" indent="0">
              <a:spcBef>
                <a:spcPts val="0"/>
              </a:spcBef>
              <a:buNone/>
              <a:defRPr sz="1600" baseline="0"/>
            </a:lvl1pPr>
          </a:lstStyle>
          <a:p>
            <a:pPr lvl="0"/>
            <a:r>
              <a:rPr lang="en-US"/>
              <a:t>Presenter Name</a:t>
            </a:r>
          </a:p>
        </p:txBody>
      </p:sp>
      <p:sp>
        <p:nvSpPr>
          <p:cNvPr id="8" name="Freeform 10">
            <a:extLst>
              <a:ext uri="{FF2B5EF4-FFF2-40B4-BE49-F238E27FC236}">
                <a16:creationId xmlns:a16="http://schemas.microsoft.com/office/drawing/2014/main" id="{9B4524D4-F713-E563-D1A7-3E1DE52F19AE}"/>
              </a:ext>
              <a:ext uri="{C183D7F6-B498-43B3-948B-1728B52AA6E4}">
                <adec:decorative xmlns:adec="http://schemas.microsoft.com/office/drawing/2017/decorative" val="1"/>
              </a:ext>
            </a:extLst>
          </p:cNvPr>
          <p:cNvSpPr/>
          <p:nvPr userDrawn="1"/>
        </p:nvSpPr>
        <p:spPr>
          <a:xfrm>
            <a:off x="-575" y="6309358"/>
            <a:ext cx="2426216" cy="548642"/>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0">
            <a:extLst>
              <a:ext uri="{FF2B5EF4-FFF2-40B4-BE49-F238E27FC236}">
                <a16:creationId xmlns:a16="http://schemas.microsoft.com/office/drawing/2014/main" id="{51C6B34C-C370-8252-62D0-6F16022CD408}"/>
              </a:ext>
              <a:ext uri="{C183D7F6-B498-43B3-948B-1728B52AA6E4}">
                <adec:decorative xmlns:adec="http://schemas.microsoft.com/office/drawing/2017/decorative" val="1"/>
              </a:ext>
            </a:extLst>
          </p:cNvPr>
          <p:cNvSpPr/>
          <p:nvPr userDrawn="1"/>
        </p:nvSpPr>
        <p:spPr>
          <a:xfrm rot="5400000">
            <a:off x="-713064" y="2730369"/>
            <a:ext cx="1947336" cy="521208"/>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DD46D46B-5E31-55A0-FC35-87A4FB3A17E5}"/>
              </a:ext>
              <a:ext uri="{C183D7F6-B498-43B3-948B-1728B52AA6E4}">
                <adec:decorative xmlns:adec="http://schemas.microsoft.com/office/drawing/2017/decorative" val="1"/>
              </a:ext>
            </a:extLst>
          </p:cNvPr>
          <p:cNvSpPr/>
          <p:nvPr userDrawn="1"/>
        </p:nvSpPr>
        <p:spPr>
          <a:xfrm rot="5400000">
            <a:off x="7062788" y="1728788"/>
            <a:ext cx="6858000" cy="3400424"/>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7" name="Date Placeholder 16">
            <a:extLst>
              <a:ext uri="{FF2B5EF4-FFF2-40B4-BE49-F238E27FC236}">
                <a16:creationId xmlns:a16="http://schemas.microsoft.com/office/drawing/2014/main" id="{98F28BAF-E9F6-4963-C7E4-899269566813}"/>
              </a:ext>
            </a:extLst>
          </p:cNvPr>
          <p:cNvSpPr>
            <a:spLocks noGrp="1"/>
          </p:cNvSpPr>
          <p:nvPr>
            <p:ph type="dt" sz="half" idx="14"/>
          </p:nvPr>
        </p:nvSpPr>
        <p:spPr/>
        <p:txBody>
          <a:bodyPr/>
          <a:lstStyle/>
          <a:p>
            <a:r>
              <a:rPr lang="en-US" altLang="zh-CN"/>
              <a:t>03/13/2025</a:t>
            </a:r>
          </a:p>
        </p:txBody>
      </p:sp>
      <p:sp>
        <p:nvSpPr>
          <p:cNvPr id="18" name="Footer Placeholder 17">
            <a:extLst>
              <a:ext uri="{FF2B5EF4-FFF2-40B4-BE49-F238E27FC236}">
                <a16:creationId xmlns:a16="http://schemas.microsoft.com/office/drawing/2014/main" id="{E22060AA-B148-12C6-E41B-250BD1D30C77}"/>
              </a:ext>
            </a:extLst>
          </p:cNvPr>
          <p:cNvSpPr>
            <a:spLocks noGrp="1"/>
          </p:cNvSpPr>
          <p:nvPr>
            <p:ph type="ftr" sz="quarter" idx="15"/>
          </p:nvPr>
        </p:nvSpPr>
        <p:spPr/>
        <p:txBody>
          <a:bodyPr/>
          <a:lstStyle/>
          <a:p>
            <a:r>
              <a:rPr lang="en-US" altLang="zh-CN"/>
              <a:t>Sample Footer Text</a:t>
            </a:r>
          </a:p>
        </p:txBody>
      </p:sp>
      <p:sp>
        <p:nvSpPr>
          <p:cNvPr id="19" name="Slide Number Placeholder 18">
            <a:extLst>
              <a:ext uri="{FF2B5EF4-FFF2-40B4-BE49-F238E27FC236}">
                <a16:creationId xmlns:a16="http://schemas.microsoft.com/office/drawing/2014/main" id="{C8551D27-1EFF-B9D0-5995-4DD0450BB7DC}"/>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6124442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p:spPr>
        <p:txBody>
          <a:bodyPr lIns="0" tIns="0" rIns="0" bIns="0" anchor="b">
            <a:noAutofit/>
          </a:bodyPr>
          <a:lstStyle>
            <a:lvl1pPr algn="l">
              <a:lnSpc>
                <a:spcPct val="100000"/>
              </a:lnSpc>
              <a:defRPr sz="5400" b="0"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8367" y="4617138"/>
            <a:ext cx="7835927" cy="1313762"/>
          </a:xfrm>
        </p:spPr>
        <p:txBody>
          <a:bodyPr lIns="0" tIns="0" rIns="0" bIns="0" anchor="t">
            <a:noAutofit/>
          </a:bodyPr>
          <a:lstStyle>
            <a:lvl1pPr marL="0" indent="0" algn="l">
              <a:lnSpc>
                <a:spcPct val="100000"/>
              </a:lnSpc>
              <a:spcBef>
                <a:spcPts val="0"/>
              </a:spcBef>
              <a:buNone/>
              <a:defRPr sz="2400"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Content Placeholder 10">
            <a:extLst>
              <a:ext uri="{FF2B5EF4-FFF2-40B4-BE49-F238E27FC236}">
                <a16:creationId xmlns:a16="http://schemas.microsoft.com/office/drawing/2014/main" id="{BF866237-3EC3-0269-92E0-80E4D6E11C96}"/>
              </a:ext>
            </a:extLst>
          </p:cNvPr>
          <p:cNvSpPr>
            <a:spLocks noGrp="1"/>
          </p:cNvSpPr>
          <p:nvPr>
            <p:ph sz="quarter" idx="13" hasCustomPrompt="1"/>
          </p:nvPr>
        </p:nvSpPr>
        <p:spPr>
          <a:xfrm>
            <a:off x="657225" y="6076543"/>
            <a:ext cx="2155825" cy="305614"/>
          </a:xfrm>
        </p:spPr>
        <p:txBody>
          <a:bodyPr lIns="0" tIns="0" rIns="0" bIns="0" anchor="b">
            <a:noAutofit/>
          </a:bodyPr>
          <a:lstStyle>
            <a:lvl1pPr marL="0" indent="0">
              <a:spcBef>
                <a:spcPts val="0"/>
              </a:spcBef>
              <a:buNone/>
              <a:defRPr sz="1600"/>
            </a:lvl1pPr>
          </a:lstStyle>
          <a:p>
            <a:pPr lvl="0"/>
            <a:r>
              <a:rPr lang="en-US"/>
              <a:t>Presenter Name</a:t>
            </a:r>
          </a:p>
        </p:txBody>
      </p:sp>
      <p:sp>
        <p:nvSpPr>
          <p:cNvPr id="9" name="Freeform 10">
            <a:extLst>
              <a:ext uri="{FF2B5EF4-FFF2-40B4-BE49-F238E27FC236}">
                <a16:creationId xmlns:a16="http://schemas.microsoft.com/office/drawing/2014/main" id="{C97D63AA-10AF-817C-3FA8-C3C3CD7F0F84}"/>
              </a:ext>
              <a:ext uri="{C183D7F6-B498-43B3-948B-1728B52AA6E4}">
                <adec:decorative xmlns:adec="http://schemas.microsoft.com/office/drawing/2017/decorative" val="1"/>
              </a:ext>
            </a:extLst>
          </p:cNvPr>
          <p:cNvSpPr/>
          <p:nvPr userDrawn="1"/>
        </p:nvSpPr>
        <p:spPr>
          <a:xfrm rot="5400000">
            <a:off x="-664664" y="3164196"/>
            <a:ext cx="1947336" cy="618008"/>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Freeform 10">
            <a:extLst>
              <a:ext uri="{FF2B5EF4-FFF2-40B4-BE49-F238E27FC236}">
                <a16:creationId xmlns:a16="http://schemas.microsoft.com/office/drawing/2014/main" id="{40785FC4-EF47-6A5D-4541-E3290578319B}"/>
              </a:ext>
              <a:ext uri="{C183D7F6-B498-43B3-948B-1728B52AA6E4}">
                <adec:decorative xmlns:adec="http://schemas.microsoft.com/office/drawing/2017/decorative" val="1"/>
              </a:ext>
            </a:extLst>
          </p:cNvPr>
          <p:cNvSpPr/>
          <p:nvPr userDrawn="1"/>
        </p:nvSpPr>
        <p:spPr>
          <a:xfrm>
            <a:off x="0" y="0"/>
            <a:ext cx="1947336" cy="618008"/>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5">
            <a:extLst>
              <a:ext uri="{FF2B5EF4-FFF2-40B4-BE49-F238E27FC236}">
                <a16:creationId xmlns:a16="http://schemas.microsoft.com/office/drawing/2014/main" id="{D0429B91-8BA2-60E1-F6A1-5A2359A9BA50}"/>
              </a:ext>
              <a:ext uri="{C183D7F6-B498-43B3-948B-1728B52AA6E4}">
                <adec:decorative xmlns:adec="http://schemas.microsoft.com/office/drawing/2017/decorative" val="1"/>
              </a:ext>
            </a:extLst>
          </p:cNvPr>
          <p:cNvSpPr/>
          <p:nvPr userDrawn="1"/>
        </p:nvSpPr>
        <p:spPr>
          <a:xfrm>
            <a:off x="8791576" y="0"/>
            <a:ext cx="3400423" cy="6858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9C161778-1D47-03FB-2618-74C2B6261BF3}"/>
              </a:ext>
            </a:extLst>
          </p:cNvPr>
          <p:cNvSpPr>
            <a:spLocks noGrp="1"/>
          </p:cNvSpPr>
          <p:nvPr>
            <p:ph type="dt" sz="half" idx="14"/>
          </p:nvPr>
        </p:nvSpPr>
        <p:spPr/>
        <p:txBody>
          <a:bodyPr/>
          <a:lstStyle/>
          <a:p>
            <a:r>
              <a:rPr lang="en-US" altLang="zh-CN"/>
              <a:t>03/13/2025</a:t>
            </a:r>
          </a:p>
        </p:txBody>
      </p:sp>
      <p:sp>
        <p:nvSpPr>
          <p:cNvPr id="12" name="Footer Placeholder 11">
            <a:extLst>
              <a:ext uri="{FF2B5EF4-FFF2-40B4-BE49-F238E27FC236}">
                <a16:creationId xmlns:a16="http://schemas.microsoft.com/office/drawing/2014/main" id="{CB1058D4-5B1B-F17E-835A-97462D0DF265}"/>
              </a:ext>
            </a:extLst>
          </p:cNvPr>
          <p:cNvSpPr>
            <a:spLocks noGrp="1"/>
          </p:cNvSpPr>
          <p:nvPr>
            <p:ph type="ftr" sz="quarter" idx="15"/>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6910C1ED-0F4E-7284-E1D0-5D5DCFA95E9D}"/>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3943953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F34579FB-0535-0E7B-EA0D-AE079FAFEE72}"/>
              </a:ext>
              <a:ext uri="{C183D7F6-B498-43B3-948B-1728B52AA6E4}">
                <adec:decorative xmlns:adec="http://schemas.microsoft.com/office/drawing/2017/decorative" val="1"/>
              </a:ext>
            </a:extLst>
          </p:cNvPr>
          <p:cNvSpPr/>
          <p:nvPr userDrawn="1"/>
        </p:nvSpPr>
        <p:spPr>
          <a:xfrm rot="16200000">
            <a:off x="4627037" y="-706963"/>
            <a:ext cx="2937934" cy="12191992"/>
          </a:xfrm>
          <a:custGeom>
            <a:avLst/>
            <a:gdLst>
              <a:gd name="connsiteX0" fmla="*/ 2937934 w 2937934"/>
              <a:gd name="connsiteY0" fmla="*/ 0 h 12191992"/>
              <a:gd name="connsiteX1" fmla="*/ 2937934 w 2937934"/>
              <a:gd name="connsiteY1" fmla="*/ 12191992 h 12191992"/>
              <a:gd name="connsiteX2" fmla="*/ 0 w 2937934"/>
              <a:gd name="connsiteY2" fmla="*/ 12191992 h 12191992"/>
              <a:gd name="connsiteX3" fmla="*/ 0 w 2937934"/>
              <a:gd name="connsiteY3" fmla="*/ 0 h 12191992"/>
            </a:gdLst>
            <a:ahLst/>
            <a:cxnLst>
              <a:cxn ang="0">
                <a:pos x="connsiteX0" y="connsiteY0"/>
              </a:cxn>
              <a:cxn ang="0">
                <a:pos x="connsiteX1" y="connsiteY1"/>
              </a:cxn>
              <a:cxn ang="0">
                <a:pos x="connsiteX2" y="connsiteY2"/>
              </a:cxn>
              <a:cxn ang="0">
                <a:pos x="connsiteX3" y="connsiteY3"/>
              </a:cxn>
            </a:cxnLst>
            <a:rect l="l" t="t" r="r" b="b"/>
            <a:pathLst>
              <a:path w="2937934" h="12191992">
                <a:moveTo>
                  <a:pt x="2937934" y="0"/>
                </a:moveTo>
                <a:lnTo>
                  <a:pt x="2937934" y="12191992"/>
                </a:lnTo>
                <a:lnTo>
                  <a:pt x="0" y="12191992"/>
                </a:lnTo>
                <a:lnTo>
                  <a:pt x="0" y="0"/>
                </a:lnTo>
                <a:close/>
              </a:path>
            </a:pathLst>
          </a:custGeom>
          <a:solidFill>
            <a:schemeClr val="accent1"/>
          </a:solidFill>
        </p:spPr>
        <p:txBody>
          <a:bodyPr wrap="square">
            <a:noAutofit/>
          </a:bodyPr>
          <a:lstStyle/>
          <a:p>
            <a:endParaRPr lang="zh-CN" altLang="en-US" u="sng"/>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140495"/>
            <a:ext cx="8229600" cy="2621154"/>
          </a:xfrm>
        </p:spPr>
        <p:txBody>
          <a:bodyPr lIns="0" tIns="0" rIns="0" bIns="0" anchor="b">
            <a:noAutofit/>
          </a:bodyPr>
          <a:lstStyle>
            <a:lvl1pPr algn="ctr">
              <a:lnSpc>
                <a:spcPct val="100000"/>
              </a:lnSpc>
              <a:defRPr sz="5400" b="0"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981201" y="4039647"/>
            <a:ext cx="8229600" cy="1414091"/>
          </a:xfrm>
        </p:spPr>
        <p:txBody>
          <a:bodyPr lIns="0" tIns="0" rIns="0" bIns="0">
            <a:noAutofit/>
          </a:bodyPr>
          <a:lstStyle>
            <a:lvl1pPr marL="0" indent="0" algn="ctr">
              <a:lnSpc>
                <a:spcPct val="100000"/>
              </a:lnSpc>
              <a:spcBef>
                <a:spcPts val="0"/>
              </a:spcBef>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Content Placeholder 9">
            <a:extLst>
              <a:ext uri="{FF2B5EF4-FFF2-40B4-BE49-F238E27FC236}">
                <a16:creationId xmlns:a16="http://schemas.microsoft.com/office/drawing/2014/main" id="{EAA1B559-C04E-A343-2813-FE2DB1923DEE}"/>
              </a:ext>
            </a:extLst>
          </p:cNvPr>
          <p:cNvSpPr>
            <a:spLocks noGrp="1"/>
          </p:cNvSpPr>
          <p:nvPr>
            <p:ph sz="quarter" idx="13" hasCustomPrompt="1"/>
          </p:nvPr>
        </p:nvSpPr>
        <p:spPr>
          <a:xfrm>
            <a:off x="4547105" y="5587422"/>
            <a:ext cx="3097790" cy="426362"/>
          </a:xfrm>
        </p:spPr>
        <p:txBody>
          <a:bodyPr lIns="0" tIns="0" rIns="0" bIns="0" anchor="b">
            <a:noAutofit/>
          </a:bodyPr>
          <a:lstStyle>
            <a:lvl1pPr marL="0" indent="0" algn="ctr">
              <a:spcBef>
                <a:spcPts val="0"/>
              </a:spcBef>
              <a:buNone/>
              <a:defRPr sz="1600"/>
            </a:lvl1pPr>
          </a:lstStyle>
          <a:p>
            <a:pPr lvl="0"/>
            <a:r>
              <a:rPr lang="en-US"/>
              <a:t>Presenter Name</a:t>
            </a:r>
          </a:p>
        </p:txBody>
      </p:sp>
      <p:sp>
        <p:nvSpPr>
          <p:cNvPr id="12" name="Rectangle 11">
            <a:extLst>
              <a:ext uri="{FF2B5EF4-FFF2-40B4-BE49-F238E27FC236}">
                <a16:creationId xmlns:a16="http://schemas.microsoft.com/office/drawing/2014/main" id="{011A2608-63F3-731E-0A43-0E240CF5A8CC}"/>
              </a:ext>
              <a:ext uri="{C183D7F6-B498-43B3-948B-1728B52AA6E4}">
                <adec:decorative xmlns:adec="http://schemas.microsoft.com/office/drawing/2017/decorative" val="1"/>
              </a:ext>
            </a:extLst>
          </p:cNvPr>
          <p:cNvSpPr/>
          <p:nvPr userDrawn="1"/>
        </p:nvSpPr>
        <p:spPr>
          <a:xfrm>
            <a:off x="11472000" y="3920066"/>
            <a:ext cx="720000" cy="72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E3CE49A-81F4-962F-8DCE-0F4B9D705852}"/>
              </a:ext>
              <a:ext uri="{C183D7F6-B498-43B3-948B-1728B52AA6E4}">
                <adec:decorative xmlns:adec="http://schemas.microsoft.com/office/drawing/2017/decorative" val="1"/>
              </a:ext>
            </a:extLst>
          </p:cNvPr>
          <p:cNvSpPr/>
          <p:nvPr userDrawn="1"/>
        </p:nvSpPr>
        <p:spPr>
          <a:xfrm>
            <a:off x="11472000" y="3200066"/>
            <a:ext cx="720000" cy="72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35E175-A34B-F1FE-C21F-0191BB1621CC}"/>
              </a:ext>
              <a:ext uri="{C183D7F6-B498-43B3-948B-1728B52AA6E4}">
                <adec:decorative xmlns:adec="http://schemas.microsoft.com/office/drawing/2017/decorative" val="1"/>
              </a:ext>
            </a:extLst>
          </p:cNvPr>
          <p:cNvSpPr/>
          <p:nvPr userDrawn="1"/>
        </p:nvSpPr>
        <p:spPr>
          <a:xfrm>
            <a:off x="0" y="449552"/>
            <a:ext cx="782320" cy="2001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A82B8042-5E77-A1E9-101E-5D1311F9F245}"/>
              </a:ext>
            </a:extLst>
          </p:cNvPr>
          <p:cNvSpPr>
            <a:spLocks noGrp="1"/>
          </p:cNvSpPr>
          <p:nvPr>
            <p:ph type="dt" sz="half" idx="14"/>
          </p:nvPr>
        </p:nvSpPr>
        <p:spPr/>
        <p:txBody>
          <a:bodyPr/>
          <a:lstStyle/>
          <a:p>
            <a:r>
              <a:rPr lang="en-US" altLang="zh-CN"/>
              <a:t>03/13/2025</a:t>
            </a:r>
          </a:p>
        </p:txBody>
      </p:sp>
      <p:sp>
        <p:nvSpPr>
          <p:cNvPr id="5" name="Footer Placeholder 4">
            <a:extLst>
              <a:ext uri="{FF2B5EF4-FFF2-40B4-BE49-F238E27FC236}">
                <a16:creationId xmlns:a16="http://schemas.microsoft.com/office/drawing/2014/main" id="{2A28161E-DF2B-A395-AB41-52FF8492D874}"/>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408483ED-35CC-1B95-31BE-C835B41D6161}"/>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1971736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hoto 1">
    <p:spTree>
      <p:nvGrpSpPr>
        <p:cNvPr id="1" name=""/>
        <p:cNvGrpSpPr/>
        <p:nvPr/>
      </p:nvGrpSpPr>
      <p:grpSpPr>
        <a:xfrm>
          <a:off x="0" y="0"/>
          <a:ext cx="0" cy="0"/>
          <a:chOff x="0" y="0"/>
          <a:chExt cx="0" cy="0"/>
        </a:xfrm>
      </p:grpSpPr>
      <p:sp>
        <p:nvSpPr>
          <p:cNvPr id="23" name="Freeform 5">
            <a:extLst>
              <a:ext uri="{FF2B5EF4-FFF2-40B4-BE49-F238E27FC236}">
                <a16:creationId xmlns:a16="http://schemas.microsoft.com/office/drawing/2014/main" id="{955E0A3A-BD31-2674-02EE-D5CC54C0DE61}"/>
              </a:ext>
              <a:ext uri="{C183D7F6-B498-43B3-948B-1728B52AA6E4}">
                <adec:decorative xmlns:adec="http://schemas.microsoft.com/office/drawing/2017/decorative" val="1"/>
              </a:ext>
            </a:extLst>
          </p:cNvPr>
          <p:cNvSpPr/>
          <p:nvPr userDrawn="1"/>
        </p:nvSpPr>
        <p:spPr>
          <a:xfrm>
            <a:off x="1" y="3428999"/>
            <a:ext cx="12192000" cy="1970618"/>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3774116"/>
            <a:ext cx="11460480" cy="1590543"/>
          </a:xfrm>
        </p:spPr>
        <p:txBody>
          <a:bodyPr lIns="0" tIns="0" rIns="0" bIns="0" anchor="t">
            <a:normAutofit/>
          </a:bodyPr>
          <a:lstStyle>
            <a:lvl1pPr algn="l">
              <a:defRPr sz="5400" b="0" baseline="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5563401"/>
            <a:ext cx="11460480" cy="756965"/>
          </a:xfrm>
        </p:spPr>
        <p:txBody>
          <a:bodyPr lIns="0" tIns="0" rIns="0" bIns="0" anchor="t">
            <a:noAutofit/>
          </a:bodyPr>
          <a:lstStyle>
            <a:lvl1pPr marL="0" indent="0" algn="l">
              <a:lnSpc>
                <a:spcPct val="100000"/>
              </a:lnSpc>
              <a:spcBef>
                <a:spcPts val="0"/>
              </a:spcBef>
              <a:buNone/>
              <a:defRPr sz="2400" baseline="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Content Placeholder 16">
            <a:extLst>
              <a:ext uri="{FF2B5EF4-FFF2-40B4-BE49-F238E27FC236}">
                <a16:creationId xmlns:a16="http://schemas.microsoft.com/office/drawing/2014/main" id="{41794CE9-E819-5EF2-87AA-CD888A593FED}"/>
              </a:ext>
            </a:extLst>
          </p:cNvPr>
          <p:cNvSpPr>
            <a:spLocks noGrp="1"/>
          </p:cNvSpPr>
          <p:nvPr>
            <p:ph sz="quarter" idx="19" hasCustomPrompt="1"/>
          </p:nvPr>
        </p:nvSpPr>
        <p:spPr>
          <a:xfrm>
            <a:off x="8279019" y="6400800"/>
            <a:ext cx="2743200" cy="393700"/>
          </a:xfrm>
        </p:spPr>
        <p:txBody>
          <a:bodyPr lIns="0" tIns="0" rIns="0" bIns="0" anchor="b">
            <a:noAutofit/>
          </a:bodyPr>
          <a:lstStyle>
            <a:lvl1pPr marL="0" indent="0" algn="r">
              <a:spcBef>
                <a:spcPts val="0"/>
              </a:spcBef>
              <a:buNone/>
              <a:defRPr sz="1600"/>
            </a:lvl1pPr>
          </a:lstStyle>
          <a:p>
            <a:pPr lvl="0"/>
            <a:r>
              <a:rPr lang="en-US"/>
              <a:t>Presenter Name</a:t>
            </a:r>
          </a:p>
        </p:txBody>
      </p:sp>
      <p:sp>
        <p:nvSpPr>
          <p:cNvPr id="15" name="Picture Placeholder 14" descr="One tall building modern style black and white.">
            <a:extLst>
              <a:ext uri="{FF2B5EF4-FFF2-40B4-BE49-F238E27FC236}">
                <a16:creationId xmlns:a16="http://schemas.microsoft.com/office/drawing/2014/main" id="{6E7C4A80-E63C-3031-27DB-BBE012F41096}"/>
              </a:ext>
            </a:extLst>
          </p:cNvPr>
          <p:cNvSpPr>
            <a:spLocks noGrp="1"/>
          </p:cNvSpPr>
          <p:nvPr>
            <p:ph type="pic" sz="quarter" idx="18"/>
          </p:nvPr>
        </p:nvSpPr>
        <p:spPr>
          <a:xfrm>
            <a:off x="0" y="2"/>
            <a:ext cx="12192000" cy="3687377"/>
          </a:xfrm>
          <a:custGeom>
            <a:avLst/>
            <a:gdLst>
              <a:gd name="connsiteX0" fmla="*/ 0 w 12192000"/>
              <a:gd name="connsiteY0" fmla="*/ 0 h 3687377"/>
              <a:gd name="connsiteX1" fmla="*/ 12192000 w 12192000"/>
              <a:gd name="connsiteY1" fmla="*/ 0 h 3687377"/>
              <a:gd name="connsiteX2" fmla="*/ 12192000 w 12192000"/>
              <a:gd name="connsiteY2" fmla="*/ 444499 h 3687377"/>
              <a:gd name="connsiteX3" fmla="*/ 11425238 w 12192000"/>
              <a:gd name="connsiteY3" fmla="*/ 444499 h 3687377"/>
              <a:gd name="connsiteX4" fmla="*/ 11425238 w 12192000"/>
              <a:gd name="connsiteY4" fmla="*/ 2391835 h 3687377"/>
              <a:gd name="connsiteX5" fmla="*/ 12192000 w 12192000"/>
              <a:gd name="connsiteY5" fmla="*/ 2391835 h 3687377"/>
              <a:gd name="connsiteX6" fmla="*/ 12192000 w 12192000"/>
              <a:gd name="connsiteY6" fmla="*/ 3687377 h 3687377"/>
              <a:gd name="connsiteX7" fmla="*/ 2426216 w 12192000"/>
              <a:gd name="connsiteY7" fmla="*/ 3687377 h 3687377"/>
              <a:gd name="connsiteX8" fmla="*/ 2426216 w 12192000"/>
              <a:gd name="connsiteY8" fmla="*/ 2963477 h 3687377"/>
              <a:gd name="connsiteX9" fmla="*/ 0 w 12192000"/>
              <a:gd name="connsiteY9" fmla="*/ 2963477 h 3687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3687377">
                <a:moveTo>
                  <a:pt x="0" y="0"/>
                </a:moveTo>
                <a:lnTo>
                  <a:pt x="12192000" y="0"/>
                </a:lnTo>
                <a:lnTo>
                  <a:pt x="12192000" y="444499"/>
                </a:lnTo>
                <a:lnTo>
                  <a:pt x="11425238" y="444499"/>
                </a:lnTo>
                <a:lnTo>
                  <a:pt x="11425238" y="2391835"/>
                </a:lnTo>
                <a:lnTo>
                  <a:pt x="12192000" y="2391835"/>
                </a:lnTo>
                <a:lnTo>
                  <a:pt x="12192000" y="3687377"/>
                </a:lnTo>
                <a:lnTo>
                  <a:pt x="2426216" y="3687377"/>
                </a:lnTo>
                <a:lnTo>
                  <a:pt x="2426216" y="2963477"/>
                </a:lnTo>
                <a:lnTo>
                  <a:pt x="0" y="2963477"/>
                </a:lnTo>
                <a:close/>
              </a:path>
            </a:pathLst>
          </a:custGeom>
          <a:noFill/>
        </p:spPr>
        <p:txBody>
          <a:bodyPr wrap="square">
            <a:noAutofit/>
          </a:bodyPr>
          <a:lstStyle/>
          <a:p>
            <a:endParaRPr lang="en-US"/>
          </a:p>
        </p:txBody>
      </p:sp>
      <p:sp>
        <p:nvSpPr>
          <p:cNvPr id="5" name="Freeform 10">
            <a:extLst>
              <a:ext uri="{FF2B5EF4-FFF2-40B4-BE49-F238E27FC236}">
                <a16:creationId xmlns:a16="http://schemas.microsoft.com/office/drawing/2014/main" id="{264F984E-6A1B-A033-4FBC-3158758B9A20}"/>
              </a:ext>
              <a:ext uri="{C183D7F6-B498-43B3-948B-1728B52AA6E4}">
                <adec:decorative xmlns:adec="http://schemas.microsoft.com/office/drawing/2017/decorative" val="1"/>
              </a:ext>
            </a:extLst>
          </p:cNvPr>
          <p:cNvSpPr/>
          <p:nvPr userDrawn="1"/>
        </p:nvSpPr>
        <p:spPr>
          <a:xfrm>
            <a:off x="0" y="2963479"/>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3" name="Freeform 10">
            <a:extLst>
              <a:ext uri="{FF2B5EF4-FFF2-40B4-BE49-F238E27FC236}">
                <a16:creationId xmlns:a16="http://schemas.microsoft.com/office/drawing/2014/main" id="{038D67BC-3BCF-76A8-9BF0-60648407292D}"/>
              </a:ext>
              <a:ext uri="{C183D7F6-B498-43B3-948B-1728B52AA6E4}">
                <adec:decorative xmlns:adec="http://schemas.microsoft.com/office/drawing/2017/decorative" val="1"/>
              </a:ext>
            </a:extLst>
          </p:cNvPr>
          <p:cNvSpPr/>
          <p:nvPr userDrawn="1"/>
        </p:nvSpPr>
        <p:spPr>
          <a:xfrm rot="5400000">
            <a:off x="10798455" y="1014376"/>
            <a:ext cx="2020327" cy="766762"/>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E959C312-642F-DE98-976D-2DBE2EAC42E6}"/>
              </a:ext>
            </a:extLst>
          </p:cNvPr>
          <p:cNvSpPr>
            <a:spLocks noGrp="1"/>
          </p:cNvSpPr>
          <p:nvPr>
            <p:ph type="dt" sz="half" idx="20"/>
          </p:nvPr>
        </p:nvSpPr>
        <p:spPr/>
        <p:txBody>
          <a:bodyPr/>
          <a:lstStyle/>
          <a:p>
            <a:r>
              <a:rPr lang="en-US" altLang="zh-CN"/>
              <a:t>03/13/2025</a:t>
            </a:r>
          </a:p>
        </p:txBody>
      </p:sp>
      <p:sp>
        <p:nvSpPr>
          <p:cNvPr id="6" name="Footer Placeholder 5">
            <a:extLst>
              <a:ext uri="{FF2B5EF4-FFF2-40B4-BE49-F238E27FC236}">
                <a16:creationId xmlns:a16="http://schemas.microsoft.com/office/drawing/2014/main" id="{420AEAA7-DE9F-17B8-3F1D-002EC04537B6}"/>
              </a:ext>
            </a:extLst>
          </p:cNvPr>
          <p:cNvSpPr>
            <a:spLocks noGrp="1"/>
          </p:cNvSpPr>
          <p:nvPr>
            <p:ph type="ftr" sz="quarter" idx="21"/>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0CA17B79-A16A-9D34-8092-50AE53A616D3}"/>
              </a:ext>
            </a:extLst>
          </p:cNvPr>
          <p:cNvSpPr>
            <a:spLocks noGrp="1"/>
          </p:cNvSpPr>
          <p:nvPr>
            <p:ph type="sldNum" sz="half" idx="2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59175620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hoto 2">
    <p:spTree>
      <p:nvGrpSpPr>
        <p:cNvPr id="1" name=""/>
        <p:cNvGrpSpPr/>
        <p:nvPr/>
      </p:nvGrpSpPr>
      <p:grpSpPr>
        <a:xfrm>
          <a:off x="0" y="0"/>
          <a:ext cx="0" cy="0"/>
          <a:chOff x="0" y="0"/>
          <a:chExt cx="0" cy="0"/>
        </a:xfrm>
      </p:grpSpPr>
      <p:sp>
        <p:nvSpPr>
          <p:cNvPr id="8" name="Freeform 5">
            <a:extLst>
              <a:ext uri="{FF2B5EF4-FFF2-40B4-BE49-F238E27FC236}">
                <a16:creationId xmlns:a16="http://schemas.microsoft.com/office/drawing/2014/main" id="{96624185-F7D1-FA60-1A95-7A114118DB86}"/>
              </a:ext>
              <a:ext uri="{C183D7F6-B498-43B3-948B-1728B52AA6E4}">
                <adec:decorative xmlns:adec="http://schemas.microsoft.com/office/drawing/2017/decorative" val="1"/>
              </a:ext>
            </a:extLst>
          </p:cNvPr>
          <p:cNvSpPr/>
          <p:nvPr userDrawn="1"/>
        </p:nvSpPr>
        <p:spPr>
          <a:xfrm>
            <a:off x="3873559" y="1"/>
            <a:ext cx="8318441" cy="402844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059658" y="285071"/>
            <a:ext cx="6470926" cy="3606209"/>
          </a:xfrm>
        </p:spPr>
        <p:txBody>
          <a:bodyPr lIns="0" tIns="0" rIns="0" bIns="0" anchor="b">
            <a:noAutofit/>
          </a:bodyPr>
          <a:lstStyle>
            <a:lvl1pPr algn="l">
              <a:defRPr sz="5400" b="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059658" y="4226560"/>
            <a:ext cx="6470926" cy="1493520"/>
          </a:xfrm>
        </p:spPr>
        <p:txBody>
          <a:bodyPr lIns="0" tIns="0" rIns="0" bIns="0" anchor="t">
            <a:noAutofit/>
          </a:bodyPr>
          <a:lstStyle>
            <a:lvl1pPr marL="0" indent="0" algn="l">
              <a:lnSpc>
                <a:spcPct val="100000"/>
              </a:lnSpc>
              <a:spcBef>
                <a:spcPts val="0"/>
              </a:spcBef>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Picture Placeholder 19" descr="One tall building modern style black and white.">
            <a:extLst>
              <a:ext uri="{FF2B5EF4-FFF2-40B4-BE49-F238E27FC236}">
                <a16:creationId xmlns:a16="http://schemas.microsoft.com/office/drawing/2014/main" id="{B5F970DC-4D95-E856-C011-166EE410B02B}"/>
              </a:ext>
              <a:ext uri="{C183D7F6-B498-43B3-948B-1728B52AA6E4}">
                <adec:decorative xmlns:adec="http://schemas.microsoft.com/office/drawing/2017/decorative" val="0"/>
              </a:ext>
            </a:extLst>
          </p:cNvPr>
          <p:cNvSpPr>
            <a:spLocks noGrp="1"/>
          </p:cNvSpPr>
          <p:nvPr>
            <p:ph type="pic" sz="quarter" idx="17"/>
          </p:nvPr>
        </p:nvSpPr>
        <p:spPr>
          <a:xfrm>
            <a:off x="0" y="2"/>
            <a:ext cx="4671295" cy="6857999"/>
          </a:xfrm>
          <a:custGeom>
            <a:avLst/>
            <a:gdLst>
              <a:gd name="connsiteX0" fmla="*/ 0 w 4671295"/>
              <a:gd name="connsiteY0" fmla="*/ 6134100 h 6857999"/>
              <a:gd name="connsiteX1" fmla="*/ 574 w 4671295"/>
              <a:gd name="connsiteY1" fmla="*/ 6134100 h 6857999"/>
              <a:gd name="connsiteX2" fmla="*/ 574 w 4671295"/>
              <a:gd name="connsiteY2" fmla="*/ 6857999 h 6857999"/>
              <a:gd name="connsiteX3" fmla="*/ 0 w 4671295"/>
              <a:gd name="connsiteY3" fmla="*/ 6857999 h 6857999"/>
              <a:gd name="connsiteX4" fmla="*/ 575 w 4671295"/>
              <a:gd name="connsiteY4" fmla="*/ 1729318 h 6857999"/>
              <a:gd name="connsiteX5" fmla="*/ 575 w 4671295"/>
              <a:gd name="connsiteY5" fmla="*/ 3676654 h 6857999"/>
              <a:gd name="connsiteX6" fmla="*/ 767337 w 4671295"/>
              <a:gd name="connsiteY6" fmla="*/ 3676654 h 6857999"/>
              <a:gd name="connsiteX7" fmla="*/ 767337 w 4671295"/>
              <a:gd name="connsiteY7" fmla="*/ 1729318 h 6857999"/>
              <a:gd name="connsiteX8" fmla="*/ 574 w 4671295"/>
              <a:gd name="connsiteY8" fmla="*/ 0 h 6857999"/>
              <a:gd name="connsiteX9" fmla="*/ 4671295 w 4671295"/>
              <a:gd name="connsiteY9" fmla="*/ 0 h 6857999"/>
              <a:gd name="connsiteX10" fmla="*/ 4671295 w 4671295"/>
              <a:gd name="connsiteY10" fmla="*/ 6857999 h 6857999"/>
              <a:gd name="connsiteX11" fmla="*/ 2426216 w 4671295"/>
              <a:gd name="connsiteY11" fmla="*/ 6857999 h 6857999"/>
              <a:gd name="connsiteX12" fmla="*/ 2426216 w 4671295"/>
              <a:gd name="connsiteY12" fmla="*/ 6134100 h 6857999"/>
              <a:gd name="connsiteX13" fmla="*/ 574 w 4671295"/>
              <a:gd name="connsiteY13" fmla="*/ 61341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71295" h="6857999">
                <a:moveTo>
                  <a:pt x="0" y="6134100"/>
                </a:moveTo>
                <a:lnTo>
                  <a:pt x="574" y="6134100"/>
                </a:lnTo>
                <a:lnTo>
                  <a:pt x="574" y="6857999"/>
                </a:lnTo>
                <a:lnTo>
                  <a:pt x="0" y="6857999"/>
                </a:lnTo>
                <a:close/>
                <a:moveTo>
                  <a:pt x="575" y="1729318"/>
                </a:moveTo>
                <a:lnTo>
                  <a:pt x="575" y="3676654"/>
                </a:lnTo>
                <a:lnTo>
                  <a:pt x="767337" y="3676654"/>
                </a:lnTo>
                <a:lnTo>
                  <a:pt x="767337" y="1729318"/>
                </a:lnTo>
                <a:close/>
                <a:moveTo>
                  <a:pt x="574" y="0"/>
                </a:moveTo>
                <a:lnTo>
                  <a:pt x="4671295" y="0"/>
                </a:lnTo>
                <a:lnTo>
                  <a:pt x="4671295" y="6857999"/>
                </a:lnTo>
                <a:lnTo>
                  <a:pt x="2426216" y="6857999"/>
                </a:lnTo>
                <a:lnTo>
                  <a:pt x="2426216" y="6134100"/>
                </a:lnTo>
                <a:lnTo>
                  <a:pt x="574" y="6134100"/>
                </a:lnTo>
                <a:close/>
              </a:path>
            </a:pathLst>
          </a:custGeom>
          <a:noFill/>
        </p:spPr>
        <p:txBody>
          <a:bodyPr wrap="square">
            <a:noAutofit/>
          </a:bodyPr>
          <a:lstStyle/>
          <a:p>
            <a:endParaRPr lang="en-US"/>
          </a:p>
        </p:txBody>
      </p:sp>
      <p:sp>
        <p:nvSpPr>
          <p:cNvPr id="14" name="Text Placeholder 13">
            <a:extLst>
              <a:ext uri="{FF2B5EF4-FFF2-40B4-BE49-F238E27FC236}">
                <a16:creationId xmlns:a16="http://schemas.microsoft.com/office/drawing/2014/main" id="{840ED42D-2092-EE19-1040-6CA890C1AA68}"/>
              </a:ext>
            </a:extLst>
          </p:cNvPr>
          <p:cNvSpPr>
            <a:spLocks noGrp="1"/>
          </p:cNvSpPr>
          <p:nvPr>
            <p:ph type="body" sz="quarter" idx="15" hasCustomPrompt="1"/>
          </p:nvPr>
        </p:nvSpPr>
        <p:spPr>
          <a:xfrm>
            <a:off x="5059658" y="6089333"/>
            <a:ext cx="2116137" cy="292994"/>
          </a:xfrm>
        </p:spPr>
        <p:txBody>
          <a:bodyPr lIns="0" tIns="0" rIns="0" bIns="0" anchor="b">
            <a:noAutofit/>
          </a:bodyPr>
          <a:lstStyle>
            <a:lvl1pPr marL="0" indent="0">
              <a:buNone/>
              <a:defRPr sz="1600" baseline="0"/>
            </a:lvl1pPr>
          </a:lstStyle>
          <a:p>
            <a:pPr lvl="0"/>
            <a:r>
              <a:rPr lang="en-US" altLang="zh-CN"/>
              <a:t>Presenter Name</a:t>
            </a:r>
            <a:endParaRPr lang="en-US"/>
          </a:p>
        </p:txBody>
      </p:sp>
      <p:sp>
        <p:nvSpPr>
          <p:cNvPr id="22" name="Rectangle 21">
            <a:extLst>
              <a:ext uri="{FF2B5EF4-FFF2-40B4-BE49-F238E27FC236}">
                <a16:creationId xmlns:a16="http://schemas.microsoft.com/office/drawing/2014/main" id="{19E11187-86CB-6B4B-4F55-B8E4A09946F8}"/>
              </a:ext>
              <a:ext uri="{C183D7F6-B498-43B3-948B-1728B52AA6E4}">
                <adec:decorative xmlns:adec="http://schemas.microsoft.com/office/drawing/2017/decorative" val="1"/>
              </a:ext>
            </a:extLst>
          </p:cNvPr>
          <p:cNvSpPr/>
          <p:nvPr userDrawn="1"/>
        </p:nvSpPr>
        <p:spPr>
          <a:xfrm rot="5400000">
            <a:off x="845820" y="5270500"/>
            <a:ext cx="741680" cy="24333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CC8F2F8-2E90-744F-370E-A1F3349F998B}"/>
              </a:ext>
              <a:ext uri="{C183D7F6-B498-43B3-948B-1728B52AA6E4}">
                <adec:decorative xmlns:adec="http://schemas.microsoft.com/office/drawing/2017/decorative" val="1"/>
              </a:ext>
            </a:extLst>
          </p:cNvPr>
          <p:cNvSpPr/>
          <p:nvPr userDrawn="1"/>
        </p:nvSpPr>
        <p:spPr>
          <a:xfrm>
            <a:off x="0" y="1706880"/>
            <a:ext cx="782320" cy="2001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86A018F5-6938-C956-A700-3FB7BD456C92}"/>
              </a:ext>
            </a:extLst>
          </p:cNvPr>
          <p:cNvSpPr>
            <a:spLocks noGrp="1"/>
          </p:cNvSpPr>
          <p:nvPr>
            <p:ph type="dt" sz="half" idx="18"/>
          </p:nvPr>
        </p:nvSpPr>
        <p:spPr/>
        <p:txBody>
          <a:bodyPr/>
          <a:lstStyle/>
          <a:p>
            <a:r>
              <a:rPr lang="en-US" altLang="zh-CN"/>
              <a:t>03/13/2025</a:t>
            </a:r>
          </a:p>
        </p:txBody>
      </p:sp>
      <p:sp>
        <p:nvSpPr>
          <p:cNvPr id="5" name="Footer Placeholder 4">
            <a:extLst>
              <a:ext uri="{FF2B5EF4-FFF2-40B4-BE49-F238E27FC236}">
                <a16:creationId xmlns:a16="http://schemas.microsoft.com/office/drawing/2014/main" id="{998B0C64-77F2-ABAA-2AE0-EAC05A006C94}"/>
              </a:ext>
            </a:extLst>
          </p:cNvPr>
          <p:cNvSpPr>
            <a:spLocks noGrp="1"/>
          </p:cNvSpPr>
          <p:nvPr>
            <p:ph type="ftr" sz="quarter" idx="19"/>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515ABAF6-FA89-36E3-9418-68410C90775E}"/>
              </a:ext>
            </a:extLst>
          </p:cNvPr>
          <p:cNvSpPr>
            <a:spLocks noGrp="1"/>
          </p:cNvSpPr>
          <p:nvPr>
            <p:ph type="sldNum" sz="half" idx="20"/>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2635558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hoto 3">
    <p:spTree>
      <p:nvGrpSpPr>
        <p:cNvPr id="1" name=""/>
        <p:cNvGrpSpPr/>
        <p:nvPr/>
      </p:nvGrpSpPr>
      <p:grpSpPr>
        <a:xfrm>
          <a:off x="0" y="0"/>
          <a:ext cx="0" cy="0"/>
          <a:chOff x="0" y="0"/>
          <a:chExt cx="0" cy="0"/>
        </a:xfrm>
      </p:grpSpPr>
      <p:sp>
        <p:nvSpPr>
          <p:cNvPr id="10" name="Freeform 5">
            <a:extLst>
              <a:ext uri="{FF2B5EF4-FFF2-40B4-BE49-F238E27FC236}">
                <a16:creationId xmlns:a16="http://schemas.microsoft.com/office/drawing/2014/main" id="{80DD8D16-D0C7-F3D2-48A8-A579B2B2891D}"/>
              </a:ext>
              <a:ext uri="{C183D7F6-B498-43B3-948B-1728B52AA6E4}">
                <adec:decorative xmlns:adec="http://schemas.microsoft.com/office/drawing/2017/decorative" val="1"/>
              </a:ext>
            </a:extLst>
          </p:cNvPr>
          <p:cNvSpPr/>
          <p:nvPr userDrawn="1"/>
        </p:nvSpPr>
        <p:spPr>
          <a:xfrm>
            <a:off x="0" y="0"/>
            <a:ext cx="8318441" cy="4025314"/>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285071"/>
            <a:ext cx="6841490" cy="3606209"/>
          </a:xfrm>
        </p:spPr>
        <p:txBody>
          <a:bodyPr lIns="0" tIns="0" rIns="0" bIns="0" anchor="b">
            <a:noAutofit/>
          </a:bodyPr>
          <a:lstStyle>
            <a:lvl1pPr algn="l">
              <a:defRPr sz="5400" b="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65760" y="4226560"/>
            <a:ext cx="6841490" cy="1482090"/>
          </a:xfrm>
        </p:spPr>
        <p:txBody>
          <a:bodyPr lIns="0" tIns="0" rIns="0" bIns="0" anchor="t">
            <a:noAutofit/>
          </a:bodyPr>
          <a:lstStyle>
            <a:lvl1pPr marL="0" indent="0" algn="l">
              <a:lnSpc>
                <a:spcPct val="100000"/>
              </a:lnSpc>
              <a:spcBef>
                <a:spcPts val="0"/>
              </a:spcBef>
              <a:buNone/>
              <a:defRPr sz="24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Content Placeholder 17">
            <a:extLst>
              <a:ext uri="{FF2B5EF4-FFF2-40B4-BE49-F238E27FC236}">
                <a16:creationId xmlns:a16="http://schemas.microsoft.com/office/drawing/2014/main" id="{96033C09-8FAE-F082-7CC9-7A1AC41094D2}"/>
              </a:ext>
            </a:extLst>
          </p:cNvPr>
          <p:cNvSpPr>
            <a:spLocks noGrp="1"/>
          </p:cNvSpPr>
          <p:nvPr>
            <p:ph sz="quarter" idx="18" hasCustomPrompt="1"/>
          </p:nvPr>
        </p:nvSpPr>
        <p:spPr>
          <a:xfrm>
            <a:off x="365760" y="5990748"/>
            <a:ext cx="2574925" cy="251143"/>
          </a:xfrm>
        </p:spPr>
        <p:txBody>
          <a:bodyPr lIns="0" tIns="0" rIns="0" bIns="0" anchor="b">
            <a:noAutofit/>
          </a:bodyPr>
          <a:lstStyle>
            <a:lvl1pPr marL="0" indent="0">
              <a:spcBef>
                <a:spcPts val="0"/>
              </a:spcBef>
              <a:buNone/>
              <a:defRPr sz="1600"/>
            </a:lvl1pPr>
          </a:lstStyle>
          <a:p>
            <a:pPr lvl="0"/>
            <a:r>
              <a:rPr lang="en-US"/>
              <a:t>Presenter Name</a:t>
            </a:r>
          </a:p>
        </p:txBody>
      </p:sp>
      <p:sp>
        <p:nvSpPr>
          <p:cNvPr id="4" name="Picture Placeholder 19" descr="One tall building modern style black and white.">
            <a:extLst>
              <a:ext uri="{FF2B5EF4-FFF2-40B4-BE49-F238E27FC236}">
                <a16:creationId xmlns:a16="http://schemas.microsoft.com/office/drawing/2014/main" id="{F7F5830D-261D-69B1-C97B-FDEBA7981C10}"/>
              </a:ext>
              <a:ext uri="{C183D7F6-B498-43B3-948B-1728B52AA6E4}">
                <adec:decorative xmlns:adec="http://schemas.microsoft.com/office/drawing/2017/decorative" val="0"/>
              </a:ext>
            </a:extLst>
          </p:cNvPr>
          <p:cNvSpPr>
            <a:spLocks noGrp="1"/>
          </p:cNvSpPr>
          <p:nvPr>
            <p:ph type="pic" sz="quarter" idx="17"/>
          </p:nvPr>
        </p:nvSpPr>
        <p:spPr>
          <a:xfrm flipH="1">
            <a:off x="7520705" y="2"/>
            <a:ext cx="4671295" cy="6857999"/>
          </a:xfrm>
          <a:custGeom>
            <a:avLst/>
            <a:gdLst>
              <a:gd name="connsiteX0" fmla="*/ 0 w 4671295"/>
              <a:gd name="connsiteY0" fmla="*/ 6134100 h 6857999"/>
              <a:gd name="connsiteX1" fmla="*/ 574 w 4671295"/>
              <a:gd name="connsiteY1" fmla="*/ 6134100 h 6857999"/>
              <a:gd name="connsiteX2" fmla="*/ 574 w 4671295"/>
              <a:gd name="connsiteY2" fmla="*/ 6857999 h 6857999"/>
              <a:gd name="connsiteX3" fmla="*/ 0 w 4671295"/>
              <a:gd name="connsiteY3" fmla="*/ 6857999 h 6857999"/>
              <a:gd name="connsiteX4" fmla="*/ 575 w 4671295"/>
              <a:gd name="connsiteY4" fmla="*/ 1729318 h 6857999"/>
              <a:gd name="connsiteX5" fmla="*/ 575 w 4671295"/>
              <a:gd name="connsiteY5" fmla="*/ 3676654 h 6857999"/>
              <a:gd name="connsiteX6" fmla="*/ 767337 w 4671295"/>
              <a:gd name="connsiteY6" fmla="*/ 3676654 h 6857999"/>
              <a:gd name="connsiteX7" fmla="*/ 767337 w 4671295"/>
              <a:gd name="connsiteY7" fmla="*/ 1729318 h 6857999"/>
              <a:gd name="connsiteX8" fmla="*/ 574 w 4671295"/>
              <a:gd name="connsiteY8" fmla="*/ 0 h 6857999"/>
              <a:gd name="connsiteX9" fmla="*/ 4671295 w 4671295"/>
              <a:gd name="connsiteY9" fmla="*/ 0 h 6857999"/>
              <a:gd name="connsiteX10" fmla="*/ 4671295 w 4671295"/>
              <a:gd name="connsiteY10" fmla="*/ 6857999 h 6857999"/>
              <a:gd name="connsiteX11" fmla="*/ 2426216 w 4671295"/>
              <a:gd name="connsiteY11" fmla="*/ 6857999 h 6857999"/>
              <a:gd name="connsiteX12" fmla="*/ 2426216 w 4671295"/>
              <a:gd name="connsiteY12" fmla="*/ 6134100 h 6857999"/>
              <a:gd name="connsiteX13" fmla="*/ 574 w 4671295"/>
              <a:gd name="connsiteY13" fmla="*/ 613410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671295" h="6857999">
                <a:moveTo>
                  <a:pt x="0" y="6134100"/>
                </a:moveTo>
                <a:lnTo>
                  <a:pt x="574" y="6134100"/>
                </a:lnTo>
                <a:lnTo>
                  <a:pt x="574" y="6857999"/>
                </a:lnTo>
                <a:lnTo>
                  <a:pt x="0" y="6857999"/>
                </a:lnTo>
                <a:close/>
                <a:moveTo>
                  <a:pt x="575" y="1729318"/>
                </a:moveTo>
                <a:lnTo>
                  <a:pt x="575" y="3676654"/>
                </a:lnTo>
                <a:lnTo>
                  <a:pt x="767337" y="3676654"/>
                </a:lnTo>
                <a:lnTo>
                  <a:pt x="767337" y="1729318"/>
                </a:lnTo>
                <a:close/>
                <a:moveTo>
                  <a:pt x="574" y="0"/>
                </a:moveTo>
                <a:lnTo>
                  <a:pt x="4671295" y="0"/>
                </a:lnTo>
                <a:lnTo>
                  <a:pt x="4671295" y="6857999"/>
                </a:lnTo>
                <a:lnTo>
                  <a:pt x="2426216" y="6857999"/>
                </a:lnTo>
                <a:lnTo>
                  <a:pt x="2426216" y="6134100"/>
                </a:lnTo>
                <a:lnTo>
                  <a:pt x="574" y="6134100"/>
                </a:lnTo>
                <a:close/>
              </a:path>
            </a:pathLst>
          </a:custGeom>
          <a:noFill/>
        </p:spPr>
        <p:txBody>
          <a:bodyPr wrap="square">
            <a:noAutofit/>
          </a:bodyPr>
          <a:lstStyle/>
          <a:p>
            <a:endParaRPr lang="en-US"/>
          </a:p>
        </p:txBody>
      </p:sp>
      <p:sp>
        <p:nvSpPr>
          <p:cNvPr id="14" name="Rectangle 13">
            <a:extLst>
              <a:ext uri="{FF2B5EF4-FFF2-40B4-BE49-F238E27FC236}">
                <a16:creationId xmlns:a16="http://schemas.microsoft.com/office/drawing/2014/main" id="{8058F6DB-3386-E235-75C0-20558DA7F9A7}"/>
              </a:ext>
              <a:ext uri="{C183D7F6-B498-43B3-948B-1728B52AA6E4}">
                <adec:decorative xmlns:adec="http://schemas.microsoft.com/office/drawing/2017/decorative" val="1"/>
              </a:ext>
            </a:extLst>
          </p:cNvPr>
          <p:cNvSpPr/>
          <p:nvPr userDrawn="1"/>
        </p:nvSpPr>
        <p:spPr>
          <a:xfrm rot="5400000">
            <a:off x="10604500" y="5270500"/>
            <a:ext cx="741680" cy="24333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CF2573-CDFF-C67F-9717-D82E10440974}"/>
              </a:ext>
              <a:ext uri="{C183D7F6-B498-43B3-948B-1728B52AA6E4}">
                <adec:decorative xmlns:adec="http://schemas.microsoft.com/office/drawing/2017/decorative" val="1"/>
              </a:ext>
            </a:extLst>
          </p:cNvPr>
          <p:cNvSpPr/>
          <p:nvPr userDrawn="1"/>
        </p:nvSpPr>
        <p:spPr>
          <a:xfrm>
            <a:off x="11409680" y="1706880"/>
            <a:ext cx="782320" cy="2001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Date Placeholder 7">
            <a:extLst>
              <a:ext uri="{FF2B5EF4-FFF2-40B4-BE49-F238E27FC236}">
                <a16:creationId xmlns:a16="http://schemas.microsoft.com/office/drawing/2014/main" id="{630A6E7F-019D-AAF3-66DD-164C8903B379}"/>
              </a:ext>
            </a:extLst>
          </p:cNvPr>
          <p:cNvSpPr>
            <a:spLocks noGrp="1"/>
          </p:cNvSpPr>
          <p:nvPr>
            <p:ph type="dt" sz="half" idx="19"/>
          </p:nvPr>
        </p:nvSpPr>
        <p:spPr/>
        <p:txBody>
          <a:bodyPr/>
          <a:lstStyle/>
          <a:p>
            <a:r>
              <a:rPr lang="en-US" altLang="zh-CN"/>
              <a:t>03/13/2025</a:t>
            </a:r>
          </a:p>
        </p:txBody>
      </p:sp>
      <p:sp>
        <p:nvSpPr>
          <p:cNvPr id="9" name="Footer Placeholder 8">
            <a:extLst>
              <a:ext uri="{FF2B5EF4-FFF2-40B4-BE49-F238E27FC236}">
                <a16:creationId xmlns:a16="http://schemas.microsoft.com/office/drawing/2014/main" id="{468BF79F-F386-2FE8-A63D-939B3DBAE828}"/>
              </a:ext>
            </a:extLst>
          </p:cNvPr>
          <p:cNvSpPr>
            <a:spLocks noGrp="1"/>
          </p:cNvSpPr>
          <p:nvPr>
            <p:ph type="ftr" sz="quarter" idx="20"/>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EAF997D7-33AE-2BAA-B4B7-6740782D11B1}"/>
              </a:ext>
            </a:extLst>
          </p:cNvPr>
          <p:cNvSpPr>
            <a:spLocks noGrp="1"/>
          </p:cNvSpPr>
          <p:nvPr>
            <p:ph type="sldNum" sz="half" idx="21"/>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03448151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Header, Photo 1">
    <p:bg>
      <p:bgPr>
        <a:solidFill>
          <a:schemeClr val="bg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4105B0D-67F2-9812-52C4-70EF88F9FDD0}"/>
              </a:ext>
            </a:extLst>
          </p:cNvPr>
          <p:cNvSpPr>
            <a:spLocks noGrp="1"/>
          </p:cNvSpPr>
          <p:nvPr>
            <p:ph type="title"/>
          </p:nvPr>
        </p:nvSpPr>
        <p:spPr>
          <a:xfrm>
            <a:off x="657226" y="436418"/>
            <a:ext cx="5896338" cy="4512397"/>
          </a:xfrm>
        </p:spPr>
        <p:txBody>
          <a:bodyPr lIns="0" tIns="0" rIns="0" bIns="0">
            <a:noAutofit/>
          </a:bodyPr>
          <a:lstStyle>
            <a:lvl1pPr>
              <a:defRPr sz="6000" b="0" baseline="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DA114507-3B87-3C37-7F16-5679671A064B}"/>
              </a:ext>
            </a:extLst>
          </p:cNvPr>
          <p:cNvSpPr>
            <a:spLocks noGrp="1"/>
          </p:cNvSpPr>
          <p:nvPr>
            <p:ph type="body" sz="quarter" idx="17" hasCustomPrompt="1"/>
          </p:nvPr>
        </p:nvSpPr>
        <p:spPr>
          <a:xfrm>
            <a:off x="657225" y="5152864"/>
            <a:ext cx="5889827" cy="1268718"/>
          </a:xfrm>
        </p:spPr>
        <p:txBody>
          <a:bodyPr lIns="0" tIns="0" rIns="0" bIns="0">
            <a:noAutofit/>
          </a:bodyPr>
          <a:lstStyle>
            <a:lvl1pPr marL="0" indent="0">
              <a:lnSpc>
                <a:spcPct val="120000"/>
              </a:lnSpc>
              <a:spcBef>
                <a:spcPts val="0"/>
              </a:spcBef>
              <a:buNone/>
              <a:defRPr sz="1400" baseline="0">
                <a:solidFill>
                  <a:schemeClr val="tx1"/>
                </a:solidFill>
                <a:latin typeface="+mn-lt"/>
              </a:defRPr>
            </a:lvl1pPr>
          </a:lstStyle>
          <a:p>
            <a:pPr lvl="0"/>
            <a:r>
              <a:rPr lang="en-US" altLang="zh-CN"/>
              <a:t>Click</a:t>
            </a:r>
            <a:r>
              <a:rPr lang="zh-CN" altLang="en-US"/>
              <a:t> </a:t>
            </a:r>
            <a:r>
              <a:rPr lang="en-US" altLang="zh-CN"/>
              <a:t>to edit Master subtitle style</a:t>
            </a:r>
            <a:endParaRPr lang="zh-CN" altLang="en-US"/>
          </a:p>
        </p:txBody>
      </p:sp>
      <p:sp>
        <p:nvSpPr>
          <p:cNvPr id="7" name="Picture Placeholder 6" descr="Closeup on person wearing glasses.">
            <a:extLst>
              <a:ext uri="{FF2B5EF4-FFF2-40B4-BE49-F238E27FC236}">
                <a16:creationId xmlns:a16="http://schemas.microsoft.com/office/drawing/2014/main" id="{0C52EA65-FC43-25C0-960D-AB8027D2420A}"/>
              </a:ext>
              <a:ext uri="{C183D7F6-B498-43B3-948B-1728B52AA6E4}">
                <adec:decorative xmlns:adec="http://schemas.microsoft.com/office/drawing/2017/decorative" val="0"/>
              </a:ext>
            </a:extLst>
          </p:cNvPr>
          <p:cNvSpPr>
            <a:spLocks noGrp="1"/>
          </p:cNvSpPr>
          <p:nvPr>
            <p:ph type="pic" sz="quarter" idx="18"/>
          </p:nvPr>
        </p:nvSpPr>
        <p:spPr>
          <a:xfrm>
            <a:off x="6883862" y="669510"/>
            <a:ext cx="3902491" cy="3902491"/>
          </a:xfrm>
          <a:custGeom>
            <a:avLst/>
            <a:gdLst>
              <a:gd name="connsiteX0" fmla="*/ 1951245 w 3902491"/>
              <a:gd name="connsiteY0" fmla="*/ 0 h 3902491"/>
              <a:gd name="connsiteX1" fmla="*/ 3902491 w 3902491"/>
              <a:gd name="connsiteY1" fmla="*/ 1951246 h 3902491"/>
              <a:gd name="connsiteX2" fmla="*/ 1951246 w 3902491"/>
              <a:gd name="connsiteY2" fmla="*/ 3902491 h 3902491"/>
              <a:gd name="connsiteX3" fmla="*/ 1951245 w 3902491"/>
              <a:gd name="connsiteY3" fmla="*/ 3902491 h 3902491"/>
              <a:gd name="connsiteX4" fmla="*/ 0 w 3902491"/>
              <a:gd name="connsiteY4" fmla="*/ 1951246 h 3902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491" h="3902491">
                <a:moveTo>
                  <a:pt x="1951245" y="0"/>
                </a:moveTo>
                <a:lnTo>
                  <a:pt x="3902491" y="1951246"/>
                </a:lnTo>
                <a:lnTo>
                  <a:pt x="1951246" y="3902491"/>
                </a:lnTo>
                <a:lnTo>
                  <a:pt x="1951245" y="3902491"/>
                </a:lnTo>
                <a:lnTo>
                  <a:pt x="0" y="1951246"/>
                </a:lnTo>
                <a:close/>
              </a:path>
            </a:pathLst>
          </a:custGeom>
          <a:noFill/>
        </p:spPr>
        <p:txBody>
          <a:bodyPr wrap="square">
            <a:noAutofit/>
          </a:bodyPr>
          <a:lstStyle/>
          <a:p>
            <a:endParaRPr lang="zh-CN" altLang="en-US"/>
          </a:p>
        </p:txBody>
      </p:sp>
      <p:sp>
        <p:nvSpPr>
          <p:cNvPr id="13" name="Picture Placeholder 12" descr="One person clapping and smiling.">
            <a:extLst>
              <a:ext uri="{FF2B5EF4-FFF2-40B4-BE49-F238E27FC236}">
                <a16:creationId xmlns:a16="http://schemas.microsoft.com/office/drawing/2014/main" id="{60D97465-0A08-3AAC-3DDD-E6A85BBB6575}"/>
              </a:ext>
              <a:ext uri="{C183D7F6-B498-43B3-948B-1728B52AA6E4}">
                <adec:decorative xmlns:adec="http://schemas.microsoft.com/office/drawing/2017/decorative" val="0"/>
              </a:ext>
            </a:extLst>
          </p:cNvPr>
          <p:cNvSpPr>
            <a:spLocks noGrp="1"/>
          </p:cNvSpPr>
          <p:nvPr>
            <p:ph type="pic" sz="quarter" idx="19"/>
          </p:nvPr>
        </p:nvSpPr>
        <p:spPr>
          <a:xfrm>
            <a:off x="9052312" y="2833425"/>
            <a:ext cx="3139688" cy="3872174"/>
          </a:xfrm>
          <a:custGeom>
            <a:avLst/>
            <a:gdLst>
              <a:gd name="connsiteX0" fmla="*/ 1948799 w 3139688"/>
              <a:gd name="connsiteY0" fmla="*/ 0 h 3872174"/>
              <a:gd name="connsiteX1" fmla="*/ 3139688 w 3139688"/>
              <a:gd name="connsiteY1" fmla="*/ 1190889 h 3872174"/>
              <a:gd name="connsiteX2" fmla="*/ 3139688 w 3139688"/>
              <a:gd name="connsiteY2" fmla="*/ 2706710 h 3872174"/>
              <a:gd name="connsiteX3" fmla="*/ 1974223 w 3139688"/>
              <a:gd name="connsiteY3" fmla="*/ 3872174 h 3872174"/>
              <a:gd name="connsiteX4" fmla="*/ 1923375 w 3139688"/>
              <a:gd name="connsiteY4" fmla="*/ 3872174 h 3872174"/>
              <a:gd name="connsiteX5" fmla="*/ 0 w 3139688"/>
              <a:gd name="connsiteY5" fmla="*/ 1948799 h 387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9688" h="3872174">
                <a:moveTo>
                  <a:pt x="1948799" y="0"/>
                </a:moveTo>
                <a:lnTo>
                  <a:pt x="3139688" y="1190889"/>
                </a:lnTo>
                <a:lnTo>
                  <a:pt x="3139688" y="2706710"/>
                </a:lnTo>
                <a:lnTo>
                  <a:pt x="1974223" y="3872174"/>
                </a:lnTo>
                <a:lnTo>
                  <a:pt x="1923375" y="3872174"/>
                </a:lnTo>
                <a:lnTo>
                  <a:pt x="0" y="1948799"/>
                </a:lnTo>
                <a:close/>
              </a:path>
            </a:pathLst>
          </a:custGeom>
          <a:noFill/>
        </p:spPr>
        <p:txBody>
          <a:bodyPr wrap="square">
            <a:noAutofit/>
          </a:bodyPr>
          <a:lstStyle/>
          <a:p>
            <a:endParaRPr lang="zh-CN" altLang="en-US"/>
          </a:p>
        </p:txBody>
      </p:sp>
      <p:sp>
        <p:nvSpPr>
          <p:cNvPr id="24" name="Freeform: Shape 23">
            <a:extLst>
              <a:ext uri="{FF2B5EF4-FFF2-40B4-BE49-F238E27FC236}">
                <a16:creationId xmlns:a16="http://schemas.microsoft.com/office/drawing/2014/main" id="{05BD3FE9-403D-4D43-E51A-2A3EE4F13931}"/>
              </a:ext>
              <a:ext uri="{C183D7F6-B498-43B3-948B-1728B52AA6E4}">
                <adec:decorative xmlns:adec="http://schemas.microsoft.com/office/drawing/2017/decorative" val="1"/>
              </a:ext>
            </a:extLst>
          </p:cNvPr>
          <p:cNvSpPr/>
          <p:nvPr userDrawn="1"/>
        </p:nvSpPr>
        <p:spPr>
          <a:xfrm flipV="1">
            <a:off x="8616950" y="0"/>
            <a:ext cx="3575051" cy="3612361"/>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25" name="Isosceles Triangle 3">
            <a:extLst>
              <a:ext uri="{FF2B5EF4-FFF2-40B4-BE49-F238E27FC236}">
                <a16:creationId xmlns:a16="http://schemas.microsoft.com/office/drawing/2014/main" id="{10D3FB60-F35E-34D2-31A5-29537BF7CB1B}"/>
              </a:ext>
              <a:ext uri="{C183D7F6-B498-43B3-948B-1728B52AA6E4}">
                <adec:decorative xmlns:adec="http://schemas.microsoft.com/office/drawing/2017/decorative" val="1"/>
              </a:ext>
            </a:extLst>
          </p:cNvPr>
          <p:cNvSpPr/>
          <p:nvPr userDrawn="1"/>
        </p:nvSpPr>
        <p:spPr>
          <a:xfrm flipH="1">
            <a:off x="7640892" y="3816350"/>
            <a:ext cx="3040598" cy="3041650"/>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6" name="Freeform: Shape 25">
            <a:extLst>
              <a:ext uri="{FF2B5EF4-FFF2-40B4-BE49-F238E27FC236}">
                <a16:creationId xmlns:a16="http://schemas.microsoft.com/office/drawing/2014/main" id="{3CC41857-42BF-61F4-ABBF-1DC106908D40}"/>
              </a:ext>
              <a:ext uri="{C183D7F6-B498-43B3-948B-1728B52AA6E4}">
                <adec:decorative xmlns:adec="http://schemas.microsoft.com/office/drawing/2017/decorative" val="1"/>
              </a:ext>
            </a:extLst>
          </p:cNvPr>
          <p:cNvSpPr/>
          <p:nvPr userDrawn="1"/>
        </p:nvSpPr>
        <p:spPr>
          <a:xfrm rot="5400000" flipV="1">
            <a:off x="11297484" y="5963483"/>
            <a:ext cx="889873" cy="899160"/>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2" name="Date Placeholder 1">
            <a:extLst>
              <a:ext uri="{FF2B5EF4-FFF2-40B4-BE49-F238E27FC236}">
                <a16:creationId xmlns:a16="http://schemas.microsoft.com/office/drawing/2014/main" id="{AEEED29B-54CB-26C0-4359-253529495A38}"/>
              </a:ext>
            </a:extLst>
          </p:cNvPr>
          <p:cNvSpPr>
            <a:spLocks noGrp="1"/>
          </p:cNvSpPr>
          <p:nvPr>
            <p:ph type="dt" sz="half" idx="20"/>
          </p:nvPr>
        </p:nvSpPr>
        <p:spPr/>
        <p:txBody>
          <a:bodyPr/>
          <a:lstStyle/>
          <a:p>
            <a:r>
              <a:rPr lang="en-US" altLang="zh-CN"/>
              <a:t>03/13/2025</a:t>
            </a:r>
          </a:p>
        </p:txBody>
      </p:sp>
      <p:sp>
        <p:nvSpPr>
          <p:cNvPr id="4" name="Footer Placeholder 3">
            <a:extLst>
              <a:ext uri="{FF2B5EF4-FFF2-40B4-BE49-F238E27FC236}">
                <a16:creationId xmlns:a16="http://schemas.microsoft.com/office/drawing/2014/main" id="{F20C3D6A-66EC-B96A-272D-8E814CAB564A}"/>
              </a:ext>
            </a:extLst>
          </p:cNvPr>
          <p:cNvSpPr>
            <a:spLocks noGrp="1"/>
          </p:cNvSpPr>
          <p:nvPr>
            <p:ph type="ftr" sz="quarter" idx="21"/>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831D61EB-A3CA-532A-94CE-BFB5EF2525A9}"/>
              </a:ext>
            </a:extLst>
          </p:cNvPr>
          <p:cNvSpPr>
            <a:spLocks noGrp="1"/>
          </p:cNvSpPr>
          <p:nvPr>
            <p:ph type="sldNum" sz="half" idx="2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9503942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hoto 2">
    <p:bg>
      <p:bgPr>
        <a:solidFill>
          <a:schemeClr val="bg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4336E9A-8E96-CD8C-7598-F87632CD81CF}"/>
              </a:ext>
            </a:extLst>
          </p:cNvPr>
          <p:cNvSpPr>
            <a:spLocks noGrp="1"/>
          </p:cNvSpPr>
          <p:nvPr>
            <p:ph type="ctrTitle"/>
          </p:nvPr>
        </p:nvSpPr>
        <p:spPr>
          <a:xfrm>
            <a:off x="5500138" y="359917"/>
            <a:ext cx="6242770" cy="4588897"/>
          </a:xfrm>
        </p:spPr>
        <p:txBody>
          <a:bodyPr lIns="0" tIns="0" rIns="0" bIns="0" anchor="b">
            <a:noAutofit/>
          </a:bodyPr>
          <a:lstStyle>
            <a:lvl1pPr algn="l">
              <a:lnSpc>
                <a:spcPct val="100000"/>
              </a:lnSpc>
              <a:defRPr sz="6000" b="0">
                <a:solidFill>
                  <a:schemeClr val="tx1"/>
                </a:solidFill>
              </a:defRPr>
            </a:lvl1pPr>
          </a:lstStyle>
          <a:p>
            <a:r>
              <a:rPr lang="en-US"/>
              <a:t>Click to edit Master title style</a:t>
            </a:r>
          </a:p>
        </p:txBody>
      </p:sp>
      <p:sp>
        <p:nvSpPr>
          <p:cNvPr id="9"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500138" y="5152864"/>
            <a:ext cx="6233626" cy="1268718"/>
          </a:xfrm>
        </p:spPr>
        <p:txBody>
          <a:bodyPr lIns="0" tIns="0" rIns="0" bIns="0" anchor="t">
            <a:noAutofit/>
          </a:bodyPr>
          <a:lstStyle>
            <a:lvl1pPr marL="0" indent="0" algn="l">
              <a:lnSpc>
                <a:spcPct val="100000"/>
              </a:lnSpc>
              <a:spcBef>
                <a:spcPts val="0"/>
              </a:spcBef>
              <a:buNone/>
              <a:defRPr sz="1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descr="Closeup on person wearing glasses.">
            <a:extLst>
              <a:ext uri="{FF2B5EF4-FFF2-40B4-BE49-F238E27FC236}">
                <a16:creationId xmlns:a16="http://schemas.microsoft.com/office/drawing/2014/main" id="{82E72972-EE2B-F497-1D5C-258895385D72}"/>
              </a:ext>
              <a:ext uri="{C183D7F6-B498-43B3-948B-1728B52AA6E4}">
                <adec:decorative xmlns:adec="http://schemas.microsoft.com/office/drawing/2017/decorative" val="0"/>
              </a:ext>
            </a:extLst>
          </p:cNvPr>
          <p:cNvSpPr>
            <a:spLocks noGrp="1"/>
          </p:cNvSpPr>
          <p:nvPr>
            <p:ph type="pic" sz="quarter" idx="18"/>
          </p:nvPr>
        </p:nvSpPr>
        <p:spPr>
          <a:xfrm>
            <a:off x="1360741" y="634584"/>
            <a:ext cx="3902491" cy="3902491"/>
          </a:xfrm>
          <a:custGeom>
            <a:avLst/>
            <a:gdLst>
              <a:gd name="connsiteX0" fmla="*/ 1951245 w 3902491"/>
              <a:gd name="connsiteY0" fmla="*/ 0 h 3902491"/>
              <a:gd name="connsiteX1" fmla="*/ 3902491 w 3902491"/>
              <a:gd name="connsiteY1" fmla="*/ 1951246 h 3902491"/>
              <a:gd name="connsiteX2" fmla="*/ 1951246 w 3902491"/>
              <a:gd name="connsiteY2" fmla="*/ 3902491 h 3902491"/>
              <a:gd name="connsiteX3" fmla="*/ 1951245 w 3902491"/>
              <a:gd name="connsiteY3" fmla="*/ 3902491 h 3902491"/>
              <a:gd name="connsiteX4" fmla="*/ 0 w 3902491"/>
              <a:gd name="connsiteY4" fmla="*/ 1951246 h 39024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491" h="3902491">
                <a:moveTo>
                  <a:pt x="1951245" y="0"/>
                </a:moveTo>
                <a:lnTo>
                  <a:pt x="3902491" y="1951246"/>
                </a:lnTo>
                <a:lnTo>
                  <a:pt x="1951246" y="3902491"/>
                </a:lnTo>
                <a:lnTo>
                  <a:pt x="1951245" y="3902491"/>
                </a:lnTo>
                <a:lnTo>
                  <a:pt x="0" y="1951246"/>
                </a:lnTo>
                <a:close/>
              </a:path>
            </a:pathLst>
          </a:custGeom>
          <a:noFill/>
        </p:spPr>
        <p:txBody>
          <a:bodyPr wrap="square">
            <a:noAutofit/>
          </a:bodyPr>
          <a:lstStyle/>
          <a:p>
            <a:endParaRPr lang="zh-CN" altLang="en-US"/>
          </a:p>
        </p:txBody>
      </p:sp>
      <p:sp>
        <p:nvSpPr>
          <p:cNvPr id="10" name="Picture Placeholder 12" descr="One person clapping and smiling.">
            <a:extLst>
              <a:ext uri="{FF2B5EF4-FFF2-40B4-BE49-F238E27FC236}">
                <a16:creationId xmlns:a16="http://schemas.microsoft.com/office/drawing/2014/main" id="{B208AAAC-B842-3E72-F9B0-65241B8AEA16}"/>
              </a:ext>
              <a:ext uri="{C183D7F6-B498-43B3-948B-1728B52AA6E4}">
                <adec:decorative xmlns:adec="http://schemas.microsoft.com/office/drawing/2017/decorative" val="0"/>
              </a:ext>
            </a:extLst>
          </p:cNvPr>
          <p:cNvSpPr>
            <a:spLocks noGrp="1"/>
          </p:cNvSpPr>
          <p:nvPr>
            <p:ph type="pic" sz="quarter" idx="19"/>
          </p:nvPr>
        </p:nvSpPr>
        <p:spPr>
          <a:xfrm flipH="1">
            <a:off x="0" y="2788976"/>
            <a:ext cx="3139688" cy="3872174"/>
          </a:xfrm>
          <a:custGeom>
            <a:avLst/>
            <a:gdLst>
              <a:gd name="connsiteX0" fmla="*/ 1948799 w 3139688"/>
              <a:gd name="connsiteY0" fmla="*/ 0 h 3872174"/>
              <a:gd name="connsiteX1" fmla="*/ 3139688 w 3139688"/>
              <a:gd name="connsiteY1" fmla="*/ 1190889 h 3872174"/>
              <a:gd name="connsiteX2" fmla="*/ 3139688 w 3139688"/>
              <a:gd name="connsiteY2" fmla="*/ 2706710 h 3872174"/>
              <a:gd name="connsiteX3" fmla="*/ 1974223 w 3139688"/>
              <a:gd name="connsiteY3" fmla="*/ 3872174 h 3872174"/>
              <a:gd name="connsiteX4" fmla="*/ 1923375 w 3139688"/>
              <a:gd name="connsiteY4" fmla="*/ 3872174 h 3872174"/>
              <a:gd name="connsiteX5" fmla="*/ 0 w 3139688"/>
              <a:gd name="connsiteY5" fmla="*/ 1948799 h 3872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9688" h="3872174">
                <a:moveTo>
                  <a:pt x="1948799" y="0"/>
                </a:moveTo>
                <a:lnTo>
                  <a:pt x="3139688" y="1190889"/>
                </a:lnTo>
                <a:lnTo>
                  <a:pt x="3139688" y="2706710"/>
                </a:lnTo>
                <a:lnTo>
                  <a:pt x="1974223" y="3872174"/>
                </a:lnTo>
                <a:lnTo>
                  <a:pt x="1923375" y="3872174"/>
                </a:lnTo>
                <a:lnTo>
                  <a:pt x="0" y="1948799"/>
                </a:lnTo>
                <a:close/>
              </a:path>
            </a:pathLst>
          </a:custGeom>
          <a:noFill/>
        </p:spPr>
        <p:txBody>
          <a:bodyPr wrap="square">
            <a:noAutofit/>
          </a:bodyPr>
          <a:lstStyle/>
          <a:p>
            <a:endParaRPr lang="zh-CN" altLang="en-US"/>
          </a:p>
        </p:txBody>
      </p:sp>
      <p:sp>
        <p:nvSpPr>
          <p:cNvPr id="12" name="Freeform: Shape 11">
            <a:extLst>
              <a:ext uri="{FF2B5EF4-FFF2-40B4-BE49-F238E27FC236}">
                <a16:creationId xmlns:a16="http://schemas.microsoft.com/office/drawing/2014/main" id="{ABEB5B2F-8E61-F43A-1D59-1F1F0DB377AF}"/>
              </a:ext>
              <a:ext uri="{C183D7F6-B498-43B3-948B-1728B52AA6E4}">
                <adec:decorative xmlns:adec="http://schemas.microsoft.com/office/drawing/2017/decorative" val="1"/>
              </a:ext>
            </a:extLst>
          </p:cNvPr>
          <p:cNvSpPr/>
          <p:nvPr userDrawn="1"/>
        </p:nvSpPr>
        <p:spPr>
          <a:xfrm rot="16200000" flipH="1" flipV="1">
            <a:off x="4644" y="5963483"/>
            <a:ext cx="889873" cy="899160"/>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17" name="Freeform: Shape 16">
            <a:extLst>
              <a:ext uri="{FF2B5EF4-FFF2-40B4-BE49-F238E27FC236}">
                <a16:creationId xmlns:a16="http://schemas.microsoft.com/office/drawing/2014/main" id="{C62A2476-1589-B9D9-5D0A-5553436AAA7F}"/>
              </a:ext>
              <a:ext uri="{C183D7F6-B498-43B3-948B-1728B52AA6E4}">
                <adec:decorative xmlns:adec="http://schemas.microsoft.com/office/drawing/2017/decorative" val="1"/>
              </a:ext>
            </a:extLst>
          </p:cNvPr>
          <p:cNvSpPr/>
          <p:nvPr userDrawn="1"/>
        </p:nvSpPr>
        <p:spPr>
          <a:xfrm flipH="1" flipV="1">
            <a:off x="0" y="0"/>
            <a:ext cx="3575051" cy="3612361"/>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18" name="Isosceles Triangle 3">
            <a:extLst>
              <a:ext uri="{FF2B5EF4-FFF2-40B4-BE49-F238E27FC236}">
                <a16:creationId xmlns:a16="http://schemas.microsoft.com/office/drawing/2014/main" id="{964A9B18-35DE-8478-ED82-3451640D6BBD}"/>
              </a:ext>
              <a:ext uri="{C183D7F6-B498-43B3-948B-1728B52AA6E4}">
                <adec:decorative xmlns:adec="http://schemas.microsoft.com/office/drawing/2017/decorative" val="1"/>
              </a:ext>
            </a:extLst>
          </p:cNvPr>
          <p:cNvSpPr/>
          <p:nvPr userDrawn="1"/>
        </p:nvSpPr>
        <p:spPr>
          <a:xfrm>
            <a:off x="1360741" y="3816350"/>
            <a:ext cx="3040598" cy="3041650"/>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Date Placeholder 1">
            <a:extLst>
              <a:ext uri="{FF2B5EF4-FFF2-40B4-BE49-F238E27FC236}">
                <a16:creationId xmlns:a16="http://schemas.microsoft.com/office/drawing/2014/main" id="{15793E1B-71D7-81F6-2EA3-143FFFB55604}"/>
              </a:ext>
            </a:extLst>
          </p:cNvPr>
          <p:cNvSpPr>
            <a:spLocks noGrp="1"/>
          </p:cNvSpPr>
          <p:nvPr>
            <p:ph type="dt" sz="half" idx="20"/>
          </p:nvPr>
        </p:nvSpPr>
        <p:spPr>
          <a:xfrm>
            <a:off x="449580" y="6527800"/>
            <a:ext cx="2743200" cy="266700"/>
          </a:xfrm>
        </p:spPr>
        <p:txBody>
          <a:bodyPr/>
          <a:lstStyle/>
          <a:p>
            <a:r>
              <a:rPr lang="en-US" altLang="zh-CN"/>
              <a:t>03/13/2025</a:t>
            </a:r>
          </a:p>
        </p:txBody>
      </p:sp>
      <p:sp>
        <p:nvSpPr>
          <p:cNvPr id="3" name="Footer Placeholder 2">
            <a:extLst>
              <a:ext uri="{FF2B5EF4-FFF2-40B4-BE49-F238E27FC236}">
                <a16:creationId xmlns:a16="http://schemas.microsoft.com/office/drawing/2014/main" id="{A89336AE-C792-931C-745B-768B83BAB61C}"/>
              </a:ext>
            </a:extLst>
          </p:cNvPr>
          <p:cNvSpPr>
            <a:spLocks noGrp="1"/>
          </p:cNvSpPr>
          <p:nvPr>
            <p:ph type="ftr" sz="quarter" idx="21"/>
          </p:nvPr>
        </p:nvSpPr>
        <p:spPr/>
        <p:txBody>
          <a:bodyPr/>
          <a:lstStyle/>
          <a:p>
            <a:r>
              <a:rPr lang="en-US" altLang="zh-CN"/>
              <a:t>Sample Footer Text</a:t>
            </a:r>
          </a:p>
        </p:txBody>
      </p:sp>
      <p:sp>
        <p:nvSpPr>
          <p:cNvPr id="4" name="Slide Number Placeholder 3">
            <a:extLst>
              <a:ext uri="{FF2B5EF4-FFF2-40B4-BE49-F238E27FC236}">
                <a16:creationId xmlns:a16="http://schemas.microsoft.com/office/drawing/2014/main" id="{6C93A66C-FF0F-B424-A72E-EB9BA06F2F06}"/>
              </a:ext>
            </a:extLst>
          </p:cNvPr>
          <p:cNvSpPr>
            <a:spLocks noGrp="1"/>
          </p:cNvSpPr>
          <p:nvPr>
            <p:ph type="sldNum" sz="half" idx="2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082235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647950" y="534677"/>
            <a:ext cx="6896100" cy="3884923"/>
          </a:xfrm>
        </p:spPr>
        <p:txBody>
          <a:bodyPr lIns="0" tIns="0" rIns="0" bIns="0" anchor="b">
            <a:noAutofit/>
          </a:bodyPr>
          <a:lstStyle>
            <a:lvl1pPr algn="ctr">
              <a:defRPr sz="5400" b="0" baseline="0">
                <a:solidFill>
                  <a:schemeClr val="tx1"/>
                </a:solidFill>
                <a:latin typeface="+mj-lt"/>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647950" y="4660900"/>
            <a:ext cx="6896100" cy="1315008"/>
          </a:xfrm>
        </p:spPr>
        <p:txBody>
          <a:bodyPr lIns="0" tIns="0" rIns="0" bIns="0" anchor="t">
            <a:noAutofit/>
          </a:bodyPr>
          <a:lstStyle>
            <a:lvl1pPr marL="0" indent="0" algn="ctr">
              <a:lnSpc>
                <a:spcPct val="100000"/>
              </a:lnSpc>
              <a:spcBef>
                <a:spcPts val="0"/>
              </a:spcBef>
              <a:buNone/>
              <a:defRPr sz="140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0" name="Isosceles Triangle 3">
            <a:extLst>
              <a:ext uri="{FF2B5EF4-FFF2-40B4-BE49-F238E27FC236}">
                <a16:creationId xmlns:a16="http://schemas.microsoft.com/office/drawing/2014/main" id="{73C6A8A3-9676-1270-FE11-AFA86441A3D4}"/>
              </a:ext>
              <a:ext uri="{C183D7F6-B498-43B3-948B-1728B52AA6E4}">
                <adec:decorative xmlns:adec="http://schemas.microsoft.com/office/drawing/2017/decorative" val="1"/>
              </a:ext>
            </a:extLst>
          </p:cNvPr>
          <p:cNvSpPr/>
          <p:nvPr userDrawn="1"/>
        </p:nvSpPr>
        <p:spPr>
          <a:xfrm>
            <a:off x="8534400" y="3199135"/>
            <a:ext cx="3657600" cy="3658865"/>
          </a:xfrm>
          <a:prstGeom prst="triangle">
            <a:avLst>
              <a:gd name="adj" fmla="val 10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4" name="Freeform: Shape 3">
            <a:extLst>
              <a:ext uri="{FF2B5EF4-FFF2-40B4-BE49-F238E27FC236}">
                <a16:creationId xmlns:a16="http://schemas.microsoft.com/office/drawing/2014/main" id="{98C2484B-7B39-764B-EB05-85CE011F8CA8}"/>
              </a:ext>
              <a:ext uri="{C183D7F6-B498-43B3-948B-1728B52AA6E4}">
                <adec:decorative xmlns:adec="http://schemas.microsoft.com/office/drawing/2017/decorative" val="1"/>
              </a:ext>
            </a:extLst>
          </p:cNvPr>
          <p:cNvSpPr/>
          <p:nvPr userDrawn="1"/>
        </p:nvSpPr>
        <p:spPr>
          <a:xfrm rot="16200000" flipH="1" flipV="1">
            <a:off x="6165" y="5670366"/>
            <a:ext cx="1181469" cy="1193799"/>
          </a:xfrm>
          <a:custGeom>
            <a:avLst/>
            <a:gdLst>
              <a:gd name="connsiteX0" fmla="*/ 0 w 2869917"/>
              <a:gd name="connsiteY0" fmla="*/ 2899868 h 2899868"/>
              <a:gd name="connsiteX1" fmla="*/ 2869917 w 2869917"/>
              <a:gd name="connsiteY1" fmla="*/ 2899868 h 2899868"/>
              <a:gd name="connsiteX2" fmla="*/ 2869917 w 2869917"/>
              <a:gd name="connsiteY2" fmla="*/ 0 h 2899868"/>
            </a:gdLst>
            <a:ahLst/>
            <a:cxnLst>
              <a:cxn ang="0">
                <a:pos x="connsiteX0" y="connsiteY0"/>
              </a:cxn>
              <a:cxn ang="0">
                <a:pos x="connsiteX1" y="connsiteY1"/>
              </a:cxn>
              <a:cxn ang="0">
                <a:pos x="connsiteX2" y="connsiteY2"/>
              </a:cxn>
            </a:cxnLst>
            <a:rect l="l" t="t" r="r" b="b"/>
            <a:pathLst>
              <a:path w="2869917" h="2899868">
                <a:moveTo>
                  <a:pt x="0" y="2899868"/>
                </a:moveTo>
                <a:lnTo>
                  <a:pt x="2869917" y="2899868"/>
                </a:lnTo>
                <a:lnTo>
                  <a:pt x="286991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13" name="Freeform: Shape 12">
            <a:extLst>
              <a:ext uri="{FF2B5EF4-FFF2-40B4-BE49-F238E27FC236}">
                <a16:creationId xmlns:a16="http://schemas.microsoft.com/office/drawing/2014/main" id="{2FF2AAFB-B709-A48B-6919-72E9012D8716}"/>
              </a:ext>
              <a:ext uri="{C183D7F6-B498-43B3-948B-1728B52AA6E4}">
                <adec:decorative xmlns:adec="http://schemas.microsoft.com/office/drawing/2017/decorative" val="1"/>
              </a:ext>
            </a:extLst>
          </p:cNvPr>
          <p:cNvSpPr/>
          <p:nvPr userDrawn="1"/>
        </p:nvSpPr>
        <p:spPr>
          <a:xfrm rot="16200000" flipV="1">
            <a:off x="15300" y="-15304"/>
            <a:ext cx="2932731" cy="2963336"/>
          </a:xfrm>
          <a:custGeom>
            <a:avLst/>
            <a:gdLst>
              <a:gd name="connsiteX0" fmla="*/ 0 w 1577827"/>
              <a:gd name="connsiteY0" fmla="*/ 1594293 h 1594293"/>
              <a:gd name="connsiteX1" fmla="*/ 1577827 w 1577827"/>
              <a:gd name="connsiteY1" fmla="*/ 1594293 h 1594293"/>
              <a:gd name="connsiteX2" fmla="*/ 1577827 w 1577827"/>
              <a:gd name="connsiteY2" fmla="*/ 0 h 1594293"/>
            </a:gdLst>
            <a:ahLst/>
            <a:cxnLst>
              <a:cxn ang="0">
                <a:pos x="connsiteX0" y="connsiteY0"/>
              </a:cxn>
              <a:cxn ang="0">
                <a:pos x="connsiteX1" y="connsiteY1"/>
              </a:cxn>
              <a:cxn ang="0">
                <a:pos x="connsiteX2" y="connsiteY2"/>
              </a:cxn>
            </a:cxnLst>
            <a:rect l="l" t="t" r="r" b="b"/>
            <a:pathLst>
              <a:path w="1577827" h="1594293">
                <a:moveTo>
                  <a:pt x="0" y="1594293"/>
                </a:moveTo>
                <a:lnTo>
                  <a:pt x="1577827" y="1594293"/>
                </a:lnTo>
                <a:lnTo>
                  <a:pt x="1577827" y="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p>
        </p:txBody>
      </p:sp>
      <p:sp>
        <p:nvSpPr>
          <p:cNvPr id="5" name="Date Placeholder 4">
            <a:extLst>
              <a:ext uri="{FF2B5EF4-FFF2-40B4-BE49-F238E27FC236}">
                <a16:creationId xmlns:a16="http://schemas.microsoft.com/office/drawing/2014/main" id="{F653269C-34B7-8793-B989-2AC815E500BB}"/>
              </a:ext>
            </a:extLst>
          </p:cNvPr>
          <p:cNvSpPr>
            <a:spLocks noGrp="1"/>
          </p:cNvSpPr>
          <p:nvPr>
            <p:ph type="dt" sz="half" idx="10"/>
          </p:nvPr>
        </p:nvSpPr>
        <p:spPr/>
        <p:txBody>
          <a:bodyPr/>
          <a:lstStyle/>
          <a:p>
            <a:r>
              <a:rPr lang="en-US" altLang="zh-CN"/>
              <a:t>03/13/2025</a:t>
            </a:r>
          </a:p>
        </p:txBody>
      </p:sp>
      <p:sp>
        <p:nvSpPr>
          <p:cNvPr id="6" name="Footer Placeholder 5">
            <a:extLst>
              <a:ext uri="{FF2B5EF4-FFF2-40B4-BE49-F238E27FC236}">
                <a16:creationId xmlns:a16="http://schemas.microsoft.com/office/drawing/2014/main" id="{641BAD6F-AF49-D89A-DB03-EAC0CD069E53}"/>
              </a:ext>
            </a:extLst>
          </p:cNvPr>
          <p:cNvSpPr>
            <a:spLocks noGrp="1"/>
          </p:cNvSpPr>
          <p:nvPr>
            <p:ph type="ftr" sz="quarter" idx="11"/>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93D02BA7-4544-93C7-B907-D369FB7AD7B9}"/>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617058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7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44000" y="831919"/>
            <a:ext cx="10504000" cy="1554480"/>
          </a:xfrm>
        </p:spPr>
        <p:txBody>
          <a:bodyPr lIns="0" tIns="0" rIns="0" bIns="0" anchor="b">
            <a:noAutofit/>
          </a:bodyPr>
          <a:lstStyle>
            <a:lvl1pPr>
              <a:defRPr sz="3600" b="0" baseline="0"/>
            </a:lvl1pPr>
          </a:lstStyle>
          <a:p>
            <a:r>
              <a:rPr lang="en-US"/>
              <a:t>Click to edit Master title style</a:t>
            </a:r>
          </a:p>
        </p:txBody>
      </p:sp>
      <p:sp>
        <p:nvSpPr>
          <p:cNvPr id="40" name="Text Placeholder 39">
            <a:extLst>
              <a:ext uri="{FF2B5EF4-FFF2-40B4-BE49-F238E27FC236}">
                <a16:creationId xmlns:a16="http://schemas.microsoft.com/office/drawing/2014/main" id="{16A84503-533D-0FB4-1FFF-F99D94985FC8}"/>
              </a:ext>
            </a:extLst>
          </p:cNvPr>
          <p:cNvSpPr>
            <a:spLocks noGrp="1"/>
          </p:cNvSpPr>
          <p:nvPr>
            <p:ph type="body" sz="quarter" idx="27"/>
          </p:nvPr>
        </p:nvSpPr>
        <p:spPr>
          <a:xfrm>
            <a:off x="1281113" y="2814135"/>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2" name="Text Placeholder 39">
            <a:extLst>
              <a:ext uri="{FF2B5EF4-FFF2-40B4-BE49-F238E27FC236}">
                <a16:creationId xmlns:a16="http://schemas.microsoft.com/office/drawing/2014/main" id="{E7AEEA39-69B3-E8AB-1B52-DEAF566D4571}"/>
              </a:ext>
            </a:extLst>
          </p:cNvPr>
          <p:cNvSpPr>
            <a:spLocks noGrp="1"/>
          </p:cNvSpPr>
          <p:nvPr>
            <p:ph type="body" sz="quarter" idx="29"/>
          </p:nvPr>
        </p:nvSpPr>
        <p:spPr>
          <a:xfrm>
            <a:off x="1281113" y="3639663"/>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3" name="Text Placeholder 39">
            <a:extLst>
              <a:ext uri="{FF2B5EF4-FFF2-40B4-BE49-F238E27FC236}">
                <a16:creationId xmlns:a16="http://schemas.microsoft.com/office/drawing/2014/main" id="{5462FFAA-616F-1112-8D93-D1429CE2769E}"/>
              </a:ext>
            </a:extLst>
          </p:cNvPr>
          <p:cNvSpPr>
            <a:spLocks noGrp="1"/>
          </p:cNvSpPr>
          <p:nvPr>
            <p:ph type="body" sz="quarter" idx="30"/>
          </p:nvPr>
        </p:nvSpPr>
        <p:spPr>
          <a:xfrm>
            <a:off x="1281113" y="4435367"/>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4" name="Text Placeholder 39">
            <a:extLst>
              <a:ext uri="{FF2B5EF4-FFF2-40B4-BE49-F238E27FC236}">
                <a16:creationId xmlns:a16="http://schemas.microsoft.com/office/drawing/2014/main" id="{F971441E-A861-BBA6-17CE-7CECD0DDCA6F}"/>
              </a:ext>
            </a:extLst>
          </p:cNvPr>
          <p:cNvSpPr>
            <a:spLocks noGrp="1"/>
          </p:cNvSpPr>
          <p:nvPr>
            <p:ph type="body" sz="quarter" idx="31"/>
          </p:nvPr>
        </p:nvSpPr>
        <p:spPr>
          <a:xfrm>
            <a:off x="1281113" y="5256629"/>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1" name="Text Placeholder 39">
            <a:extLst>
              <a:ext uri="{FF2B5EF4-FFF2-40B4-BE49-F238E27FC236}">
                <a16:creationId xmlns:a16="http://schemas.microsoft.com/office/drawing/2014/main" id="{8B493041-6741-D46B-F909-CD7C00DEAE60}"/>
              </a:ext>
            </a:extLst>
          </p:cNvPr>
          <p:cNvSpPr>
            <a:spLocks noGrp="1"/>
          </p:cNvSpPr>
          <p:nvPr>
            <p:ph type="body" sz="quarter" idx="28"/>
          </p:nvPr>
        </p:nvSpPr>
        <p:spPr>
          <a:xfrm>
            <a:off x="6913666" y="2814135"/>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5" name="Text Placeholder 39">
            <a:extLst>
              <a:ext uri="{FF2B5EF4-FFF2-40B4-BE49-F238E27FC236}">
                <a16:creationId xmlns:a16="http://schemas.microsoft.com/office/drawing/2014/main" id="{0970355D-37C5-6F1A-64BF-E4B95748BBF5}"/>
              </a:ext>
            </a:extLst>
          </p:cNvPr>
          <p:cNvSpPr>
            <a:spLocks noGrp="1"/>
          </p:cNvSpPr>
          <p:nvPr>
            <p:ph type="body" sz="quarter" idx="32"/>
          </p:nvPr>
        </p:nvSpPr>
        <p:spPr>
          <a:xfrm>
            <a:off x="6913666" y="3639663"/>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6" name="Text Placeholder 39">
            <a:extLst>
              <a:ext uri="{FF2B5EF4-FFF2-40B4-BE49-F238E27FC236}">
                <a16:creationId xmlns:a16="http://schemas.microsoft.com/office/drawing/2014/main" id="{BEFE0484-B67E-9C46-955E-345C74277C5E}"/>
              </a:ext>
            </a:extLst>
          </p:cNvPr>
          <p:cNvSpPr>
            <a:spLocks noGrp="1"/>
          </p:cNvSpPr>
          <p:nvPr>
            <p:ph type="body" sz="quarter" idx="33"/>
          </p:nvPr>
        </p:nvSpPr>
        <p:spPr>
          <a:xfrm>
            <a:off x="6913666" y="4435367"/>
            <a:ext cx="4143375" cy="541840"/>
          </a:xfrm>
        </p:spPr>
        <p:txBody>
          <a:bodyPr lIns="0" tIns="0" rIns="0" bIns="0" anchor="b">
            <a:noAutofit/>
          </a:bodyPr>
          <a:lstStyle>
            <a:lvl1pPr marL="0" indent="0">
              <a:lnSpc>
                <a:spcPct val="100000"/>
              </a:lnSpc>
              <a:spcBef>
                <a:spcPts val="0"/>
              </a:spcBef>
              <a:buNone/>
              <a:defRPr sz="1800" b="1" baseline="0"/>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0" name="Freeform 17">
            <a:extLst>
              <a:ext uri="{FF2B5EF4-FFF2-40B4-BE49-F238E27FC236}">
                <a16:creationId xmlns:a16="http://schemas.microsoft.com/office/drawing/2014/main" id="{C2017B91-2EEB-9FBA-8E16-2096C92E2D0C}"/>
              </a:ext>
              <a:ext uri="{C183D7F6-B498-43B3-948B-1728B52AA6E4}">
                <adec:decorative xmlns:adec="http://schemas.microsoft.com/office/drawing/2017/decorative" val="1"/>
              </a:ext>
            </a:extLst>
          </p:cNvPr>
          <p:cNvSpPr/>
          <p:nvPr userDrawn="1"/>
        </p:nvSpPr>
        <p:spPr>
          <a:xfrm flipV="1">
            <a:off x="8623300" y="6526800"/>
            <a:ext cx="3568700"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6" name="Freeform 17">
            <a:extLst>
              <a:ext uri="{FF2B5EF4-FFF2-40B4-BE49-F238E27FC236}">
                <a16:creationId xmlns:a16="http://schemas.microsoft.com/office/drawing/2014/main" id="{4287DD1D-8A12-5CFA-F182-60F767DC3DCA}"/>
              </a:ext>
              <a:ext uri="{C183D7F6-B498-43B3-948B-1728B52AA6E4}">
                <adec:decorative xmlns:adec="http://schemas.microsoft.com/office/drawing/2017/decorative" val="1"/>
              </a:ext>
            </a:extLst>
          </p:cNvPr>
          <p:cNvSpPr/>
          <p:nvPr userDrawn="1"/>
        </p:nvSpPr>
        <p:spPr>
          <a:xfrm>
            <a:off x="1" y="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8" name="Freeform 17">
            <a:extLst>
              <a:ext uri="{FF2B5EF4-FFF2-40B4-BE49-F238E27FC236}">
                <a16:creationId xmlns:a16="http://schemas.microsoft.com/office/drawing/2014/main" id="{411429CA-5A33-DA3D-D3DB-C42D85B101E5}"/>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9" name="Isosceles Triangle 3">
            <a:extLst>
              <a:ext uri="{FF2B5EF4-FFF2-40B4-BE49-F238E27FC236}">
                <a16:creationId xmlns:a16="http://schemas.microsoft.com/office/drawing/2014/main" id="{2ABE2A89-7B53-F3AA-992C-F5FDFD47CDA2}"/>
              </a:ext>
              <a:ext uri="{C183D7F6-B498-43B3-948B-1728B52AA6E4}">
                <adec:decorative xmlns:adec="http://schemas.microsoft.com/office/drawing/2017/decorative" val="1"/>
              </a:ext>
            </a:extLst>
          </p:cNvPr>
          <p:cNvSpPr/>
          <p:nvPr userDrawn="1"/>
        </p:nvSpPr>
        <p:spPr>
          <a:xfrm rot="5400000" flipH="1">
            <a:off x="823702" y="3084150"/>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1" name="Isosceles Triangle 4">
            <a:extLst>
              <a:ext uri="{FF2B5EF4-FFF2-40B4-BE49-F238E27FC236}">
                <a16:creationId xmlns:a16="http://schemas.microsoft.com/office/drawing/2014/main" id="{DB265DE7-BDB8-455C-68D7-DD625535723F}"/>
              </a:ext>
              <a:ext uri="{C183D7F6-B498-43B3-948B-1728B52AA6E4}">
                <adec:decorative xmlns:adec="http://schemas.microsoft.com/office/drawing/2017/decorative" val="1"/>
              </a:ext>
            </a:extLst>
          </p:cNvPr>
          <p:cNvSpPr/>
          <p:nvPr userDrawn="1"/>
        </p:nvSpPr>
        <p:spPr>
          <a:xfrm rot="5400000" flipH="1">
            <a:off x="823702" y="3898663"/>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2" name="Isosceles Triangle 5">
            <a:extLst>
              <a:ext uri="{FF2B5EF4-FFF2-40B4-BE49-F238E27FC236}">
                <a16:creationId xmlns:a16="http://schemas.microsoft.com/office/drawing/2014/main" id="{CD5BD527-816C-E329-0634-ECEF4B25EFBF}"/>
              </a:ext>
              <a:ext uri="{C183D7F6-B498-43B3-948B-1728B52AA6E4}">
                <adec:decorative xmlns:adec="http://schemas.microsoft.com/office/drawing/2017/decorative" val="1"/>
              </a:ext>
            </a:extLst>
          </p:cNvPr>
          <p:cNvSpPr/>
          <p:nvPr userDrawn="1"/>
        </p:nvSpPr>
        <p:spPr>
          <a:xfrm rot="5400000" flipH="1">
            <a:off x="823702" y="4713176"/>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3" name="Isosceles Triangle 3">
            <a:extLst>
              <a:ext uri="{FF2B5EF4-FFF2-40B4-BE49-F238E27FC236}">
                <a16:creationId xmlns:a16="http://schemas.microsoft.com/office/drawing/2014/main" id="{3068113E-4A0A-6AB4-BD3C-E1CF8F28240F}"/>
              </a:ext>
              <a:ext uri="{C183D7F6-B498-43B3-948B-1728B52AA6E4}">
                <adec:decorative xmlns:adec="http://schemas.microsoft.com/office/drawing/2017/decorative" val="1"/>
              </a:ext>
            </a:extLst>
          </p:cNvPr>
          <p:cNvSpPr/>
          <p:nvPr userDrawn="1"/>
        </p:nvSpPr>
        <p:spPr>
          <a:xfrm rot="5400000" flipH="1">
            <a:off x="823702" y="5526970"/>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14" name="Isosceles Triangle 6">
            <a:extLst>
              <a:ext uri="{FF2B5EF4-FFF2-40B4-BE49-F238E27FC236}">
                <a16:creationId xmlns:a16="http://schemas.microsoft.com/office/drawing/2014/main" id="{1CD9FE95-F8A6-B6DC-2180-731FDE4996E8}"/>
              </a:ext>
              <a:ext uri="{C183D7F6-B498-43B3-948B-1728B52AA6E4}">
                <adec:decorative xmlns:adec="http://schemas.microsoft.com/office/drawing/2017/decorative" val="1"/>
              </a:ext>
            </a:extLst>
          </p:cNvPr>
          <p:cNvSpPr/>
          <p:nvPr userDrawn="1"/>
        </p:nvSpPr>
        <p:spPr>
          <a:xfrm rot="5400000" flipH="1">
            <a:off x="6456152" y="3084150"/>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zh-CN" altLang="en-US"/>
          </a:p>
        </p:txBody>
      </p:sp>
      <p:sp>
        <p:nvSpPr>
          <p:cNvPr id="15" name="Isosceles Triangle 7">
            <a:extLst>
              <a:ext uri="{FF2B5EF4-FFF2-40B4-BE49-F238E27FC236}">
                <a16:creationId xmlns:a16="http://schemas.microsoft.com/office/drawing/2014/main" id="{F7B347C0-3F8F-587A-5A99-49B8508015EE}"/>
              </a:ext>
              <a:ext uri="{C183D7F6-B498-43B3-948B-1728B52AA6E4}">
                <adec:decorative xmlns:adec="http://schemas.microsoft.com/office/drawing/2017/decorative" val="1"/>
              </a:ext>
            </a:extLst>
          </p:cNvPr>
          <p:cNvSpPr/>
          <p:nvPr userDrawn="1"/>
        </p:nvSpPr>
        <p:spPr>
          <a:xfrm rot="5400000" flipH="1">
            <a:off x="6456152" y="3898663"/>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zh-CN" altLang="en-US"/>
          </a:p>
        </p:txBody>
      </p:sp>
      <p:sp>
        <p:nvSpPr>
          <p:cNvPr id="16" name="Isosceles Triangle 8">
            <a:extLst>
              <a:ext uri="{FF2B5EF4-FFF2-40B4-BE49-F238E27FC236}">
                <a16:creationId xmlns:a16="http://schemas.microsoft.com/office/drawing/2014/main" id="{A37BF549-9163-2374-1589-671786ABE6F2}"/>
              </a:ext>
              <a:ext uri="{C183D7F6-B498-43B3-948B-1728B52AA6E4}">
                <adec:decorative xmlns:adec="http://schemas.microsoft.com/office/drawing/2017/decorative" val="1"/>
              </a:ext>
            </a:extLst>
          </p:cNvPr>
          <p:cNvSpPr/>
          <p:nvPr userDrawn="1"/>
        </p:nvSpPr>
        <p:spPr>
          <a:xfrm rot="5400000" flipH="1">
            <a:off x="6456152" y="4713176"/>
            <a:ext cx="294319" cy="253723"/>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endParaRPr lang="zh-CN" altLang="en-US"/>
          </a:p>
        </p:txBody>
      </p:sp>
      <p:sp>
        <p:nvSpPr>
          <p:cNvPr id="3" name="Date Placeholder 2">
            <a:extLst>
              <a:ext uri="{FF2B5EF4-FFF2-40B4-BE49-F238E27FC236}">
                <a16:creationId xmlns:a16="http://schemas.microsoft.com/office/drawing/2014/main" id="{CEBF8C89-724F-1AA2-DD4D-120028E9FCF0}"/>
              </a:ext>
            </a:extLst>
          </p:cNvPr>
          <p:cNvSpPr>
            <a:spLocks noGrp="1"/>
          </p:cNvSpPr>
          <p:nvPr>
            <p:ph type="dt" sz="half" idx="34"/>
          </p:nvPr>
        </p:nvSpPr>
        <p:spPr/>
        <p:txBody>
          <a:bodyPr/>
          <a:lstStyle/>
          <a:p>
            <a:r>
              <a:rPr lang="en-US" altLang="zh-CN"/>
              <a:t>03/13/2025</a:t>
            </a:r>
          </a:p>
        </p:txBody>
      </p:sp>
      <p:sp>
        <p:nvSpPr>
          <p:cNvPr id="4" name="Footer Placeholder 3">
            <a:extLst>
              <a:ext uri="{FF2B5EF4-FFF2-40B4-BE49-F238E27FC236}">
                <a16:creationId xmlns:a16="http://schemas.microsoft.com/office/drawing/2014/main" id="{A9103CE0-A0DB-C346-564E-677B30F25925}"/>
              </a:ext>
            </a:extLst>
          </p:cNvPr>
          <p:cNvSpPr>
            <a:spLocks noGrp="1"/>
          </p:cNvSpPr>
          <p:nvPr>
            <p:ph type="ftr" sz="quarter" idx="3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68394BF1-FB89-1D4C-1F84-13E57A1418A0}"/>
              </a:ext>
            </a:extLst>
          </p:cNvPr>
          <p:cNvSpPr>
            <a:spLocks noGrp="1"/>
          </p:cNvSpPr>
          <p:nvPr>
            <p:ph type="sldNum" sz="half" idx="3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574154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44000" y="831919"/>
            <a:ext cx="10504000" cy="1554480"/>
          </a:xfrm>
        </p:spPr>
        <p:txBody>
          <a:bodyPr lIns="0" tIns="0" rIns="0" bIns="0" anchor="b">
            <a:noAutofit/>
          </a:bodyPr>
          <a:lstStyle>
            <a:lvl1pPr>
              <a:defRPr sz="3600" b="0" baseline="0"/>
            </a:lvl1pPr>
          </a:lstStyle>
          <a:p>
            <a:r>
              <a:rPr lang="en-US"/>
              <a:t>Click to edit Master title style</a:t>
            </a:r>
          </a:p>
        </p:txBody>
      </p:sp>
      <p:sp>
        <p:nvSpPr>
          <p:cNvPr id="17" name="Content Placeholder 16">
            <a:extLst>
              <a:ext uri="{FF2B5EF4-FFF2-40B4-BE49-F238E27FC236}">
                <a16:creationId xmlns:a16="http://schemas.microsoft.com/office/drawing/2014/main" id="{6F9358B1-1779-1D7A-CAE5-80DDD0129030}"/>
              </a:ext>
            </a:extLst>
          </p:cNvPr>
          <p:cNvSpPr>
            <a:spLocks noGrp="1"/>
          </p:cNvSpPr>
          <p:nvPr>
            <p:ph sz="quarter" idx="37"/>
          </p:nvPr>
        </p:nvSpPr>
        <p:spPr>
          <a:xfrm>
            <a:off x="844000" y="2576946"/>
            <a:ext cx="10504000" cy="3380509"/>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17">
            <a:extLst>
              <a:ext uri="{FF2B5EF4-FFF2-40B4-BE49-F238E27FC236}">
                <a16:creationId xmlns:a16="http://schemas.microsoft.com/office/drawing/2014/main" id="{C2017B91-2EEB-9FBA-8E16-2096C92E2D0C}"/>
              </a:ext>
              <a:ext uri="{C183D7F6-B498-43B3-948B-1728B52AA6E4}">
                <adec:decorative xmlns:adec="http://schemas.microsoft.com/office/drawing/2017/decorative" val="1"/>
              </a:ext>
            </a:extLst>
          </p:cNvPr>
          <p:cNvSpPr/>
          <p:nvPr userDrawn="1"/>
        </p:nvSpPr>
        <p:spPr>
          <a:xfrm flipV="1">
            <a:off x="8623300" y="6526800"/>
            <a:ext cx="3568700"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6" name="Freeform 17">
            <a:extLst>
              <a:ext uri="{FF2B5EF4-FFF2-40B4-BE49-F238E27FC236}">
                <a16:creationId xmlns:a16="http://schemas.microsoft.com/office/drawing/2014/main" id="{4287DD1D-8A12-5CFA-F182-60F767DC3DCA}"/>
              </a:ext>
              <a:ext uri="{C183D7F6-B498-43B3-948B-1728B52AA6E4}">
                <adec:decorative xmlns:adec="http://schemas.microsoft.com/office/drawing/2017/decorative" val="1"/>
              </a:ext>
            </a:extLst>
          </p:cNvPr>
          <p:cNvSpPr/>
          <p:nvPr userDrawn="1"/>
        </p:nvSpPr>
        <p:spPr>
          <a:xfrm>
            <a:off x="1" y="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8" name="Freeform 17">
            <a:extLst>
              <a:ext uri="{FF2B5EF4-FFF2-40B4-BE49-F238E27FC236}">
                <a16:creationId xmlns:a16="http://schemas.microsoft.com/office/drawing/2014/main" id="{411429CA-5A33-DA3D-D3DB-C42D85B101E5}"/>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 name="Date Placeholder 2">
            <a:extLst>
              <a:ext uri="{FF2B5EF4-FFF2-40B4-BE49-F238E27FC236}">
                <a16:creationId xmlns:a16="http://schemas.microsoft.com/office/drawing/2014/main" id="{CEBF8C89-724F-1AA2-DD4D-120028E9FCF0}"/>
              </a:ext>
            </a:extLst>
          </p:cNvPr>
          <p:cNvSpPr>
            <a:spLocks noGrp="1"/>
          </p:cNvSpPr>
          <p:nvPr>
            <p:ph type="dt" sz="half" idx="34"/>
          </p:nvPr>
        </p:nvSpPr>
        <p:spPr/>
        <p:txBody>
          <a:bodyPr/>
          <a:lstStyle/>
          <a:p>
            <a:r>
              <a:rPr lang="en-US" altLang="zh-CN"/>
              <a:t>03/13/2025</a:t>
            </a:r>
          </a:p>
        </p:txBody>
      </p:sp>
      <p:sp>
        <p:nvSpPr>
          <p:cNvPr id="4" name="Footer Placeholder 3">
            <a:extLst>
              <a:ext uri="{FF2B5EF4-FFF2-40B4-BE49-F238E27FC236}">
                <a16:creationId xmlns:a16="http://schemas.microsoft.com/office/drawing/2014/main" id="{A9103CE0-A0DB-C346-564E-677B30F25925}"/>
              </a:ext>
            </a:extLst>
          </p:cNvPr>
          <p:cNvSpPr>
            <a:spLocks noGrp="1"/>
          </p:cNvSpPr>
          <p:nvPr>
            <p:ph type="ftr" sz="quarter" idx="3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68394BF1-FB89-1D4C-1F84-13E57A1418A0}"/>
              </a:ext>
            </a:extLst>
          </p:cNvPr>
          <p:cNvSpPr>
            <a:spLocks noGrp="1"/>
          </p:cNvSpPr>
          <p:nvPr>
            <p:ph type="sldNum" sz="half" idx="3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022861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927933"/>
            <a:ext cx="10504000" cy="1135871"/>
          </a:xfrm>
        </p:spPr>
        <p:txBody>
          <a:bodyPr lIns="0" tIns="0" rIns="0" bIns="0">
            <a:noAutofit/>
          </a:bodyPr>
          <a:lstStyle>
            <a:lvl1pPr algn="ctr">
              <a:defRPr sz="3600" b="0" baseline="0"/>
            </a:lvl1pPr>
          </a:lstStyle>
          <a:p>
            <a:r>
              <a:rPr lang="en-US"/>
              <a:t>Click to edit Master title style</a:t>
            </a:r>
          </a:p>
        </p:txBody>
      </p:sp>
      <p:sp>
        <p:nvSpPr>
          <p:cNvPr id="8" name="Content Placeholder 16">
            <a:extLst>
              <a:ext uri="{FF2B5EF4-FFF2-40B4-BE49-F238E27FC236}">
                <a16:creationId xmlns:a16="http://schemas.microsoft.com/office/drawing/2014/main" id="{D4F14BC3-176C-CDF0-C810-02FE93F4EAEA}"/>
              </a:ext>
            </a:extLst>
          </p:cNvPr>
          <p:cNvSpPr>
            <a:spLocks noGrp="1"/>
          </p:cNvSpPr>
          <p:nvPr>
            <p:ph sz="quarter" idx="37"/>
          </p:nvPr>
        </p:nvSpPr>
        <p:spPr>
          <a:xfrm>
            <a:off x="844000" y="3269675"/>
            <a:ext cx="10504000" cy="2225963"/>
          </a:xfrm>
        </p:spPr>
        <p:txBody>
          <a:bodyPr>
            <a:normAutofit/>
          </a:bodyPr>
          <a:lstStyle>
            <a:lvl1pPr marL="0" indent="0" algn="l">
              <a:buNone/>
              <a:defRPr sz="1400"/>
            </a:lvl1pPr>
            <a:lvl2pPr marL="457200" indent="0" algn="l">
              <a:buNone/>
              <a:defRPr sz="1200"/>
            </a:lvl2pPr>
            <a:lvl3pPr marL="914400" indent="0" algn="l">
              <a:buNone/>
              <a:defRPr sz="1100"/>
            </a:lvl3pPr>
            <a:lvl4pPr marL="1371600" indent="0" algn="l">
              <a:buNone/>
              <a:defRPr sz="1050"/>
            </a:lvl4pPr>
            <a:lvl5pPr marL="1828800" indent="0" algn="l">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Shape 6">
            <a:extLst>
              <a:ext uri="{FF2B5EF4-FFF2-40B4-BE49-F238E27FC236}">
                <a16:creationId xmlns:a16="http://schemas.microsoft.com/office/drawing/2014/main" id="{6DEE9CD0-B455-1E74-A596-42C0F0DC9D68}"/>
              </a:ext>
              <a:ext uri="{C183D7F6-B498-43B3-948B-1728B52AA6E4}">
                <adec:decorative xmlns:adec="http://schemas.microsoft.com/office/drawing/2017/decorative" val="1"/>
              </a:ext>
            </a:extLst>
          </p:cNvPr>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10" name="Freeform 17">
            <a:extLst>
              <a:ext uri="{FF2B5EF4-FFF2-40B4-BE49-F238E27FC236}">
                <a16:creationId xmlns:a16="http://schemas.microsoft.com/office/drawing/2014/main" id="{997C5841-2433-4CFD-F83F-66F81267789C}"/>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1" name="Freeform 17">
            <a:extLst>
              <a:ext uri="{FF2B5EF4-FFF2-40B4-BE49-F238E27FC236}">
                <a16:creationId xmlns:a16="http://schemas.microsoft.com/office/drawing/2014/main" id="{D005AF67-A3F8-DF0E-32A3-C7E02927F066}"/>
              </a:ext>
              <a:ext uri="{C183D7F6-B498-43B3-948B-1728B52AA6E4}">
                <adec:decorative xmlns:adec="http://schemas.microsoft.com/office/drawing/2017/decorative" val="1"/>
              </a:ext>
            </a:extLst>
          </p:cNvPr>
          <p:cNvSpPr/>
          <p:nvPr userDrawn="1"/>
        </p:nvSpPr>
        <p:spPr>
          <a:xfrm flipV="1">
            <a:off x="7768799"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Date Placeholder 3">
            <a:extLst>
              <a:ext uri="{FF2B5EF4-FFF2-40B4-BE49-F238E27FC236}">
                <a16:creationId xmlns:a16="http://schemas.microsoft.com/office/drawing/2014/main" id="{73677A5F-52D4-84EF-29A7-B01CA17B30EC}"/>
              </a:ext>
            </a:extLst>
          </p:cNvPr>
          <p:cNvSpPr>
            <a:spLocks noGrp="1"/>
          </p:cNvSpPr>
          <p:nvPr>
            <p:ph type="dt" sz="half" idx="10"/>
          </p:nvPr>
        </p:nvSpPr>
        <p:spPr/>
        <p:txBody>
          <a:bodyPr/>
          <a:lstStyle/>
          <a:p>
            <a:r>
              <a:rPr lang="en-US" altLang="zh-CN"/>
              <a:t>03/13/2025</a:t>
            </a:r>
          </a:p>
        </p:txBody>
      </p:sp>
      <p:sp>
        <p:nvSpPr>
          <p:cNvPr id="5" name="Footer Placeholder 4">
            <a:extLst>
              <a:ext uri="{FF2B5EF4-FFF2-40B4-BE49-F238E27FC236}">
                <a16:creationId xmlns:a16="http://schemas.microsoft.com/office/drawing/2014/main" id="{4E9FFE13-EE87-DB0E-8151-61B9909D1367}"/>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2D4F95BB-898C-AAE1-9E7A-961BB037A01F}"/>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831164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4-item Lists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44" name="Picture Placeholder 43">
            <a:extLst>
              <a:ext uri="{FF2B5EF4-FFF2-40B4-BE49-F238E27FC236}">
                <a16:creationId xmlns:a16="http://schemas.microsoft.com/office/drawing/2014/main" id="{AE29EB26-1D80-20C5-521F-E816F9C96790}"/>
              </a:ext>
            </a:extLst>
          </p:cNvPr>
          <p:cNvSpPr>
            <a:spLocks noGrp="1"/>
          </p:cNvSpPr>
          <p:nvPr>
            <p:ph type="pic" sz="quarter" idx="39"/>
          </p:nvPr>
        </p:nvSpPr>
        <p:spPr>
          <a:xfrm>
            <a:off x="620968" y="2134688"/>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29" name="Text Placeholder 39">
            <a:extLst>
              <a:ext uri="{FF2B5EF4-FFF2-40B4-BE49-F238E27FC236}">
                <a16:creationId xmlns:a16="http://schemas.microsoft.com/office/drawing/2014/main" id="{0E9DDE4F-FFF8-270B-2AF8-4EC025D6150B}"/>
              </a:ext>
            </a:extLst>
          </p:cNvPr>
          <p:cNvSpPr>
            <a:spLocks noGrp="1"/>
          </p:cNvSpPr>
          <p:nvPr>
            <p:ph type="body" sz="quarter" idx="27"/>
          </p:nvPr>
        </p:nvSpPr>
        <p:spPr>
          <a:xfrm>
            <a:off x="2290761" y="2128094"/>
            <a:ext cx="3663194" cy="60732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0" name="Text Placeholder 39">
            <a:extLst>
              <a:ext uri="{FF2B5EF4-FFF2-40B4-BE49-F238E27FC236}">
                <a16:creationId xmlns:a16="http://schemas.microsoft.com/office/drawing/2014/main" id="{B7605656-D055-D758-29DD-8EEAE0DBF858}"/>
              </a:ext>
            </a:extLst>
          </p:cNvPr>
          <p:cNvSpPr>
            <a:spLocks noGrp="1"/>
          </p:cNvSpPr>
          <p:nvPr>
            <p:ph type="body" sz="quarter" idx="32"/>
          </p:nvPr>
        </p:nvSpPr>
        <p:spPr>
          <a:xfrm>
            <a:off x="2290762" y="2832099"/>
            <a:ext cx="3663194" cy="894123"/>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6" name="Picture Placeholder 45">
            <a:extLst>
              <a:ext uri="{FF2B5EF4-FFF2-40B4-BE49-F238E27FC236}">
                <a16:creationId xmlns:a16="http://schemas.microsoft.com/office/drawing/2014/main" id="{16A975E9-F3A8-3D0E-CA59-63ACCEAEB30A}"/>
              </a:ext>
            </a:extLst>
          </p:cNvPr>
          <p:cNvSpPr>
            <a:spLocks noGrp="1"/>
          </p:cNvSpPr>
          <p:nvPr>
            <p:ph type="pic" sz="quarter" idx="41"/>
          </p:nvPr>
        </p:nvSpPr>
        <p:spPr>
          <a:xfrm>
            <a:off x="620968" y="398172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1" name="Text Placeholder 39">
            <a:extLst>
              <a:ext uri="{FF2B5EF4-FFF2-40B4-BE49-F238E27FC236}">
                <a16:creationId xmlns:a16="http://schemas.microsoft.com/office/drawing/2014/main" id="{53901006-BB12-378A-0E11-21C57A45C822}"/>
              </a:ext>
            </a:extLst>
          </p:cNvPr>
          <p:cNvSpPr>
            <a:spLocks noGrp="1"/>
          </p:cNvSpPr>
          <p:nvPr>
            <p:ph type="body" sz="quarter" idx="33"/>
          </p:nvPr>
        </p:nvSpPr>
        <p:spPr>
          <a:xfrm>
            <a:off x="2290761" y="3830353"/>
            <a:ext cx="3663194" cy="60732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2" name="Text Placeholder 39">
            <a:extLst>
              <a:ext uri="{FF2B5EF4-FFF2-40B4-BE49-F238E27FC236}">
                <a16:creationId xmlns:a16="http://schemas.microsoft.com/office/drawing/2014/main" id="{59F329F9-BEC3-EA24-8A49-5C9160DC33D4}"/>
              </a:ext>
            </a:extLst>
          </p:cNvPr>
          <p:cNvSpPr>
            <a:spLocks noGrp="1"/>
          </p:cNvSpPr>
          <p:nvPr>
            <p:ph type="body" sz="quarter" idx="34"/>
          </p:nvPr>
        </p:nvSpPr>
        <p:spPr>
          <a:xfrm>
            <a:off x="2290762" y="4533817"/>
            <a:ext cx="3663194" cy="894123"/>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5" name="Picture Placeholder 44">
            <a:extLst>
              <a:ext uri="{FF2B5EF4-FFF2-40B4-BE49-F238E27FC236}">
                <a16:creationId xmlns:a16="http://schemas.microsoft.com/office/drawing/2014/main" id="{5B925B15-F568-36DC-22ED-211CB7AD63D7}"/>
              </a:ext>
            </a:extLst>
          </p:cNvPr>
          <p:cNvSpPr>
            <a:spLocks noGrp="1"/>
          </p:cNvSpPr>
          <p:nvPr>
            <p:ph type="pic" sz="quarter" idx="40"/>
          </p:nvPr>
        </p:nvSpPr>
        <p:spPr>
          <a:xfrm>
            <a:off x="6195673" y="2134688"/>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3" name="Text Placeholder 39">
            <a:extLst>
              <a:ext uri="{FF2B5EF4-FFF2-40B4-BE49-F238E27FC236}">
                <a16:creationId xmlns:a16="http://schemas.microsoft.com/office/drawing/2014/main" id="{E6FF9244-D21F-466A-AE16-1348C9E56C2D}"/>
              </a:ext>
            </a:extLst>
          </p:cNvPr>
          <p:cNvSpPr>
            <a:spLocks noGrp="1"/>
          </p:cNvSpPr>
          <p:nvPr>
            <p:ph type="body" sz="quarter" idx="35"/>
          </p:nvPr>
        </p:nvSpPr>
        <p:spPr>
          <a:xfrm>
            <a:off x="7872639" y="2128094"/>
            <a:ext cx="3663194" cy="60732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4" name="Text Placeholder 39">
            <a:extLst>
              <a:ext uri="{FF2B5EF4-FFF2-40B4-BE49-F238E27FC236}">
                <a16:creationId xmlns:a16="http://schemas.microsoft.com/office/drawing/2014/main" id="{51DFE450-9F68-CCC7-3C92-0EEC176481FA}"/>
              </a:ext>
            </a:extLst>
          </p:cNvPr>
          <p:cNvSpPr>
            <a:spLocks noGrp="1"/>
          </p:cNvSpPr>
          <p:nvPr>
            <p:ph type="body" sz="quarter" idx="36"/>
          </p:nvPr>
        </p:nvSpPr>
        <p:spPr>
          <a:xfrm>
            <a:off x="7872639" y="2832099"/>
            <a:ext cx="3663194" cy="894123"/>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7" name="Picture Placeholder 46">
            <a:extLst>
              <a:ext uri="{FF2B5EF4-FFF2-40B4-BE49-F238E27FC236}">
                <a16:creationId xmlns:a16="http://schemas.microsoft.com/office/drawing/2014/main" id="{DCBEA689-8F12-3902-D23F-87070631610F}"/>
              </a:ext>
            </a:extLst>
          </p:cNvPr>
          <p:cNvSpPr>
            <a:spLocks noGrp="1"/>
          </p:cNvSpPr>
          <p:nvPr>
            <p:ph type="pic" sz="quarter" idx="42"/>
          </p:nvPr>
        </p:nvSpPr>
        <p:spPr>
          <a:xfrm>
            <a:off x="6195673" y="398172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5" name="Text Placeholder 39">
            <a:extLst>
              <a:ext uri="{FF2B5EF4-FFF2-40B4-BE49-F238E27FC236}">
                <a16:creationId xmlns:a16="http://schemas.microsoft.com/office/drawing/2014/main" id="{C730C6EB-298D-AB23-9E13-FD3F3E5BD194}"/>
              </a:ext>
            </a:extLst>
          </p:cNvPr>
          <p:cNvSpPr>
            <a:spLocks noGrp="1"/>
          </p:cNvSpPr>
          <p:nvPr>
            <p:ph type="body" sz="quarter" idx="37"/>
          </p:nvPr>
        </p:nvSpPr>
        <p:spPr>
          <a:xfrm>
            <a:off x="7872639" y="3830353"/>
            <a:ext cx="3663194" cy="60732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6" name="Text Placeholder 39">
            <a:extLst>
              <a:ext uri="{FF2B5EF4-FFF2-40B4-BE49-F238E27FC236}">
                <a16:creationId xmlns:a16="http://schemas.microsoft.com/office/drawing/2014/main" id="{F0B296A3-8D64-798F-327D-A86480FF9B11}"/>
              </a:ext>
            </a:extLst>
          </p:cNvPr>
          <p:cNvSpPr>
            <a:spLocks noGrp="1"/>
          </p:cNvSpPr>
          <p:nvPr>
            <p:ph type="body" sz="quarter" idx="38"/>
          </p:nvPr>
        </p:nvSpPr>
        <p:spPr>
          <a:xfrm>
            <a:off x="7872639" y="4533817"/>
            <a:ext cx="3663194" cy="894123"/>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1" name="Freeform 10">
            <a:extLst>
              <a:ext uri="{FF2B5EF4-FFF2-40B4-BE49-F238E27FC236}">
                <a16:creationId xmlns:a16="http://schemas.microsoft.com/office/drawing/2014/main" id="{8028A1A0-2083-B54D-21DA-8A3C0A17BD2C}"/>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Freeform 10">
            <a:extLst>
              <a:ext uri="{FF2B5EF4-FFF2-40B4-BE49-F238E27FC236}">
                <a16:creationId xmlns:a16="http://schemas.microsoft.com/office/drawing/2014/main" id="{BE6104D1-FC74-C850-B56F-797E7DAD6704}"/>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Date Placeholder 6">
            <a:extLst>
              <a:ext uri="{FF2B5EF4-FFF2-40B4-BE49-F238E27FC236}">
                <a16:creationId xmlns:a16="http://schemas.microsoft.com/office/drawing/2014/main" id="{27E9208E-6287-EB50-1A42-5A2F6EAA68D5}"/>
              </a:ext>
            </a:extLst>
          </p:cNvPr>
          <p:cNvSpPr>
            <a:spLocks noGrp="1"/>
          </p:cNvSpPr>
          <p:nvPr>
            <p:ph type="dt" sz="half" idx="43"/>
          </p:nvPr>
        </p:nvSpPr>
        <p:spPr/>
        <p:txBody>
          <a:bodyPr/>
          <a:lstStyle/>
          <a:p>
            <a:r>
              <a:rPr lang="en-US" altLang="zh-CN"/>
              <a:t>03/13/2025</a:t>
            </a:r>
          </a:p>
        </p:txBody>
      </p:sp>
      <p:sp>
        <p:nvSpPr>
          <p:cNvPr id="8" name="Footer Placeholder 7">
            <a:extLst>
              <a:ext uri="{FF2B5EF4-FFF2-40B4-BE49-F238E27FC236}">
                <a16:creationId xmlns:a16="http://schemas.microsoft.com/office/drawing/2014/main" id="{4964913F-C760-8FE0-0D76-379AC2F0C8D4}"/>
              </a:ext>
            </a:extLst>
          </p:cNvPr>
          <p:cNvSpPr>
            <a:spLocks noGrp="1"/>
          </p:cNvSpPr>
          <p:nvPr>
            <p:ph type="ftr" sz="quarter" idx="44"/>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7418C8A2-ADD2-4C06-7ADC-C57099693486}"/>
              </a:ext>
            </a:extLst>
          </p:cNvPr>
          <p:cNvSpPr>
            <a:spLocks noGrp="1"/>
          </p:cNvSpPr>
          <p:nvPr>
            <p:ph type="sldNum" sz="half" idx="45"/>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7412817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4-item Lis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3" name="Text Placeholder 39">
            <a:extLst>
              <a:ext uri="{FF2B5EF4-FFF2-40B4-BE49-F238E27FC236}">
                <a16:creationId xmlns:a16="http://schemas.microsoft.com/office/drawing/2014/main" id="{C0705400-8797-96C0-007D-F6D3A9A85C5D}"/>
              </a:ext>
            </a:extLst>
          </p:cNvPr>
          <p:cNvSpPr>
            <a:spLocks noGrp="1"/>
          </p:cNvSpPr>
          <p:nvPr>
            <p:ph type="body" sz="quarter" idx="39"/>
          </p:nvPr>
        </p:nvSpPr>
        <p:spPr>
          <a:xfrm>
            <a:off x="1738206" y="2065422"/>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4" name="Text Placeholder 39">
            <a:extLst>
              <a:ext uri="{FF2B5EF4-FFF2-40B4-BE49-F238E27FC236}">
                <a16:creationId xmlns:a16="http://schemas.microsoft.com/office/drawing/2014/main" id="{9531C913-70DD-3215-0F30-4EC72ADAFA18}"/>
              </a:ext>
            </a:extLst>
          </p:cNvPr>
          <p:cNvSpPr>
            <a:spLocks noGrp="1"/>
          </p:cNvSpPr>
          <p:nvPr>
            <p:ph type="body" sz="quarter" idx="32"/>
          </p:nvPr>
        </p:nvSpPr>
        <p:spPr>
          <a:xfrm>
            <a:off x="1738206" y="2705744"/>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2" name="Text Placeholder 39">
            <a:extLst>
              <a:ext uri="{FF2B5EF4-FFF2-40B4-BE49-F238E27FC236}">
                <a16:creationId xmlns:a16="http://schemas.microsoft.com/office/drawing/2014/main" id="{09D48B16-D0CB-3DE5-2524-73B26CFE58FC}"/>
              </a:ext>
            </a:extLst>
          </p:cNvPr>
          <p:cNvSpPr>
            <a:spLocks noGrp="1"/>
          </p:cNvSpPr>
          <p:nvPr>
            <p:ph type="body" sz="quarter" idx="30"/>
          </p:nvPr>
        </p:nvSpPr>
        <p:spPr>
          <a:xfrm>
            <a:off x="1738206" y="4088710"/>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5" name="Text Placeholder 39">
            <a:extLst>
              <a:ext uri="{FF2B5EF4-FFF2-40B4-BE49-F238E27FC236}">
                <a16:creationId xmlns:a16="http://schemas.microsoft.com/office/drawing/2014/main" id="{FAE2A8CB-2F17-4170-22CC-EDE7625EBC46}"/>
              </a:ext>
            </a:extLst>
          </p:cNvPr>
          <p:cNvSpPr>
            <a:spLocks noGrp="1"/>
          </p:cNvSpPr>
          <p:nvPr>
            <p:ph type="body" sz="quarter" idx="33"/>
          </p:nvPr>
        </p:nvSpPr>
        <p:spPr>
          <a:xfrm>
            <a:off x="1738206" y="4725213"/>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1" name="Text Placeholder 39">
            <a:extLst>
              <a:ext uri="{FF2B5EF4-FFF2-40B4-BE49-F238E27FC236}">
                <a16:creationId xmlns:a16="http://schemas.microsoft.com/office/drawing/2014/main" id="{6AC7076C-4899-3FD5-5BAF-D4FBDDBA1E57}"/>
              </a:ext>
            </a:extLst>
          </p:cNvPr>
          <p:cNvSpPr>
            <a:spLocks noGrp="1"/>
          </p:cNvSpPr>
          <p:nvPr>
            <p:ph type="body" sz="quarter" idx="29"/>
          </p:nvPr>
        </p:nvSpPr>
        <p:spPr>
          <a:xfrm>
            <a:off x="6511651" y="2065422"/>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6" name="Text Placeholder 39">
            <a:extLst>
              <a:ext uri="{FF2B5EF4-FFF2-40B4-BE49-F238E27FC236}">
                <a16:creationId xmlns:a16="http://schemas.microsoft.com/office/drawing/2014/main" id="{6E536C42-E1E8-7DD0-3D83-A2212A0E75EC}"/>
              </a:ext>
            </a:extLst>
          </p:cNvPr>
          <p:cNvSpPr>
            <a:spLocks noGrp="1"/>
          </p:cNvSpPr>
          <p:nvPr>
            <p:ph type="body" sz="quarter" idx="34"/>
          </p:nvPr>
        </p:nvSpPr>
        <p:spPr>
          <a:xfrm>
            <a:off x="6511651" y="2705744"/>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3" name="Text Placeholder 39">
            <a:extLst>
              <a:ext uri="{FF2B5EF4-FFF2-40B4-BE49-F238E27FC236}">
                <a16:creationId xmlns:a16="http://schemas.microsoft.com/office/drawing/2014/main" id="{27CF429B-C32F-6A7F-DEB3-3C9A12CD2B11}"/>
              </a:ext>
            </a:extLst>
          </p:cNvPr>
          <p:cNvSpPr>
            <a:spLocks noGrp="1"/>
          </p:cNvSpPr>
          <p:nvPr>
            <p:ph type="body" sz="quarter" idx="31"/>
          </p:nvPr>
        </p:nvSpPr>
        <p:spPr>
          <a:xfrm>
            <a:off x="6511651" y="4088710"/>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7" name="Text Placeholder 39">
            <a:extLst>
              <a:ext uri="{FF2B5EF4-FFF2-40B4-BE49-F238E27FC236}">
                <a16:creationId xmlns:a16="http://schemas.microsoft.com/office/drawing/2014/main" id="{56480702-AFBE-139B-E02B-E50B5F6B75CD}"/>
              </a:ext>
            </a:extLst>
          </p:cNvPr>
          <p:cNvSpPr>
            <a:spLocks noGrp="1"/>
          </p:cNvSpPr>
          <p:nvPr>
            <p:ph type="body" sz="quarter" idx="35"/>
          </p:nvPr>
        </p:nvSpPr>
        <p:spPr>
          <a:xfrm>
            <a:off x="6511651" y="4725213"/>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7" name="Freeform 10">
            <a:extLst>
              <a:ext uri="{FF2B5EF4-FFF2-40B4-BE49-F238E27FC236}">
                <a16:creationId xmlns:a16="http://schemas.microsoft.com/office/drawing/2014/main" id="{D4888504-5BF2-3499-7E28-49F0F0ECE7E1}"/>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Freeform 10">
            <a:extLst>
              <a:ext uri="{FF2B5EF4-FFF2-40B4-BE49-F238E27FC236}">
                <a16:creationId xmlns:a16="http://schemas.microsoft.com/office/drawing/2014/main" id="{283C4DB0-1484-674B-C4BF-ED0DEABCD890}"/>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64C1AF10-A183-01BB-6115-A12D3DDA7CB0}"/>
              </a:ext>
            </a:extLst>
          </p:cNvPr>
          <p:cNvSpPr>
            <a:spLocks noGrp="1"/>
          </p:cNvSpPr>
          <p:nvPr>
            <p:ph type="dt" sz="half" idx="36"/>
          </p:nvPr>
        </p:nvSpPr>
        <p:spPr/>
        <p:txBody>
          <a:bodyPr/>
          <a:lstStyle/>
          <a:p>
            <a:r>
              <a:rPr lang="en-US" altLang="zh-CN"/>
              <a:t>03/13/2025</a:t>
            </a:r>
          </a:p>
        </p:txBody>
      </p:sp>
      <p:sp>
        <p:nvSpPr>
          <p:cNvPr id="9" name="Footer Placeholder 8">
            <a:extLst>
              <a:ext uri="{FF2B5EF4-FFF2-40B4-BE49-F238E27FC236}">
                <a16:creationId xmlns:a16="http://schemas.microsoft.com/office/drawing/2014/main" id="{B55107F5-0C95-C95E-3DE4-4F082C58CB0A}"/>
              </a:ext>
            </a:extLst>
          </p:cNvPr>
          <p:cNvSpPr>
            <a:spLocks noGrp="1"/>
          </p:cNvSpPr>
          <p:nvPr>
            <p:ph type="ftr" sz="quarter" idx="37"/>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89E57D62-91BE-1391-42C8-DCAE0350D2ED}"/>
              </a:ext>
            </a:extLst>
          </p:cNvPr>
          <p:cNvSpPr>
            <a:spLocks noGrp="1"/>
          </p:cNvSpPr>
          <p:nvPr>
            <p:ph type="sldNum" sz="half" idx="38"/>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6724927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4-item Lists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19" name="Text Placeholder 39">
            <a:extLst>
              <a:ext uri="{FF2B5EF4-FFF2-40B4-BE49-F238E27FC236}">
                <a16:creationId xmlns:a16="http://schemas.microsoft.com/office/drawing/2014/main" id="{319B232D-8F6E-1282-F2BE-AC9C8976C9DF}"/>
              </a:ext>
            </a:extLst>
          </p:cNvPr>
          <p:cNvSpPr>
            <a:spLocks noGrp="1"/>
          </p:cNvSpPr>
          <p:nvPr>
            <p:ph type="body" sz="quarter" idx="27"/>
          </p:nvPr>
        </p:nvSpPr>
        <p:spPr>
          <a:xfrm>
            <a:off x="1738206" y="2065422"/>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Text Placeholder 39">
            <a:extLst>
              <a:ext uri="{FF2B5EF4-FFF2-40B4-BE49-F238E27FC236}">
                <a16:creationId xmlns:a16="http://schemas.microsoft.com/office/drawing/2014/main" id="{7DB1CE43-E037-6401-247E-159B332FDA71}"/>
              </a:ext>
            </a:extLst>
          </p:cNvPr>
          <p:cNvSpPr>
            <a:spLocks noGrp="1"/>
          </p:cNvSpPr>
          <p:nvPr>
            <p:ph type="body" sz="quarter" idx="32"/>
          </p:nvPr>
        </p:nvSpPr>
        <p:spPr>
          <a:xfrm>
            <a:off x="1738206" y="2705744"/>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1" name="Text Placeholder 39">
            <a:extLst>
              <a:ext uri="{FF2B5EF4-FFF2-40B4-BE49-F238E27FC236}">
                <a16:creationId xmlns:a16="http://schemas.microsoft.com/office/drawing/2014/main" id="{A3416213-919E-24DE-C365-90D9085D51A9}"/>
              </a:ext>
            </a:extLst>
          </p:cNvPr>
          <p:cNvSpPr>
            <a:spLocks noGrp="1"/>
          </p:cNvSpPr>
          <p:nvPr>
            <p:ph type="body" sz="quarter" idx="30"/>
          </p:nvPr>
        </p:nvSpPr>
        <p:spPr>
          <a:xfrm>
            <a:off x="1738206" y="4088710"/>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2" name="Text Placeholder 39">
            <a:extLst>
              <a:ext uri="{FF2B5EF4-FFF2-40B4-BE49-F238E27FC236}">
                <a16:creationId xmlns:a16="http://schemas.microsoft.com/office/drawing/2014/main" id="{139F76CB-5B02-9D2E-B7BB-62399D7F80CE}"/>
              </a:ext>
            </a:extLst>
          </p:cNvPr>
          <p:cNvSpPr>
            <a:spLocks noGrp="1"/>
          </p:cNvSpPr>
          <p:nvPr>
            <p:ph type="body" sz="quarter" idx="33"/>
          </p:nvPr>
        </p:nvSpPr>
        <p:spPr>
          <a:xfrm>
            <a:off x="1738206" y="4725213"/>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3" name="Text Placeholder 39">
            <a:extLst>
              <a:ext uri="{FF2B5EF4-FFF2-40B4-BE49-F238E27FC236}">
                <a16:creationId xmlns:a16="http://schemas.microsoft.com/office/drawing/2014/main" id="{BFC9DB09-A4A3-9B58-9355-880BA59E439B}"/>
              </a:ext>
            </a:extLst>
          </p:cNvPr>
          <p:cNvSpPr>
            <a:spLocks noGrp="1"/>
          </p:cNvSpPr>
          <p:nvPr>
            <p:ph type="body" sz="quarter" idx="29"/>
          </p:nvPr>
        </p:nvSpPr>
        <p:spPr>
          <a:xfrm>
            <a:off x="6511651" y="2065422"/>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4" name="Text Placeholder 39">
            <a:extLst>
              <a:ext uri="{FF2B5EF4-FFF2-40B4-BE49-F238E27FC236}">
                <a16:creationId xmlns:a16="http://schemas.microsoft.com/office/drawing/2014/main" id="{DBC76A77-0ECD-CA22-8A1B-0ECF91250229}"/>
              </a:ext>
            </a:extLst>
          </p:cNvPr>
          <p:cNvSpPr>
            <a:spLocks noGrp="1"/>
          </p:cNvSpPr>
          <p:nvPr>
            <p:ph type="body" sz="quarter" idx="34"/>
          </p:nvPr>
        </p:nvSpPr>
        <p:spPr>
          <a:xfrm>
            <a:off x="6511651" y="2705744"/>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5" name="Text Placeholder 39">
            <a:extLst>
              <a:ext uri="{FF2B5EF4-FFF2-40B4-BE49-F238E27FC236}">
                <a16:creationId xmlns:a16="http://schemas.microsoft.com/office/drawing/2014/main" id="{F71E9DB5-D843-6B3D-3BAD-E7651125220D}"/>
              </a:ext>
            </a:extLst>
          </p:cNvPr>
          <p:cNvSpPr>
            <a:spLocks noGrp="1"/>
          </p:cNvSpPr>
          <p:nvPr>
            <p:ph type="body" sz="quarter" idx="31"/>
          </p:nvPr>
        </p:nvSpPr>
        <p:spPr>
          <a:xfrm>
            <a:off x="6511651" y="4088710"/>
            <a:ext cx="3914265" cy="515847"/>
          </a:xfrm>
        </p:spPr>
        <p:txBody>
          <a:bodyPr lIns="0" tIns="0" rIns="0" bIns="0" anchor="b">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6" name="Text Placeholder 39">
            <a:extLst>
              <a:ext uri="{FF2B5EF4-FFF2-40B4-BE49-F238E27FC236}">
                <a16:creationId xmlns:a16="http://schemas.microsoft.com/office/drawing/2014/main" id="{5C248BAC-71B5-BF85-E009-33F354AFB7D7}"/>
              </a:ext>
            </a:extLst>
          </p:cNvPr>
          <p:cNvSpPr>
            <a:spLocks noGrp="1"/>
          </p:cNvSpPr>
          <p:nvPr>
            <p:ph type="body" sz="quarter" idx="35"/>
          </p:nvPr>
        </p:nvSpPr>
        <p:spPr>
          <a:xfrm>
            <a:off x="6511651" y="4725213"/>
            <a:ext cx="3914265" cy="1254664"/>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 name="Freeform 10">
            <a:extLst>
              <a:ext uri="{FF2B5EF4-FFF2-40B4-BE49-F238E27FC236}">
                <a16:creationId xmlns:a16="http://schemas.microsoft.com/office/drawing/2014/main" id="{22796B0F-CCA7-8447-3212-CDB33348DB93}"/>
              </a:ext>
              <a:ext uri="{C183D7F6-B498-43B3-948B-1728B52AA6E4}">
                <adec:decorative xmlns:adec="http://schemas.microsoft.com/office/drawing/2017/decorative" val="1"/>
              </a:ext>
            </a:extLst>
          </p:cNvPr>
          <p:cNvSpPr/>
          <p:nvPr userDrawn="1"/>
        </p:nvSpPr>
        <p:spPr>
          <a:xfrm>
            <a:off x="0" y="613410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Freeform 10">
            <a:extLst>
              <a:ext uri="{FF2B5EF4-FFF2-40B4-BE49-F238E27FC236}">
                <a16:creationId xmlns:a16="http://schemas.microsoft.com/office/drawing/2014/main" id="{8CB90B01-ED01-B0C9-CDE6-0C720EA5CE66}"/>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3B7B6323-AA62-9AB3-4E58-A7F096374EFE}"/>
              </a:ext>
            </a:extLst>
          </p:cNvPr>
          <p:cNvSpPr>
            <a:spLocks noGrp="1"/>
          </p:cNvSpPr>
          <p:nvPr>
            <p:ph type="dt" sz="half" idx="36"/>
          </p:nvPr>
        </p:nvSpPr>
        <p:spPr/>
        <p:txBody>
          <a:bodyPr/>
          <a:lstStyle/>
          <a:p>
            <a:r>
              <a:rPr lang="en-US" altLang="zh-CN"/>
              <a:t>03/13/2025</a:t>
            </a:r>
          </a:p>
        </p:txBody>
      </p:sp>
      <p:sp>
        <p:nvSpPr>
          <p:cNvPr id="9" name="Footer Placeholder 8">
            <a:extLst>
              <a:ext uri="{FF2B5EF4-FFF2-40B4-BE49-F238E27FC236}">
                <a16:creationId xmlns:a16="http://schemas.microsoft.com/office/drawing/2014/main" id="{F3EC33A8-AAF2-4445-4A95-1EC9F0A7C26C}"/>
              </a:ext>
            </a:extLst>
          </p:cNvPr>
          <p:cNvSpPr>
            <a:spLocks noGrp="1"/>
          </p:cNvSpPr>
          <p:nvPr>
            <p:ph type="ftr" sz="quarter" idx="37"/>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160A5821-03CF-FAB3-E0F8-31E7C6A711DC}"/>
              </a:ext>
            </a:extLst>
          </p:cNvPr>
          <p:cNvSpPr>
            <a:spLocks noGrp="1"/>
          </p:cNvSpPr>
          <p:nvPr>
            <p:ph type="sldNum" sz="half" idx="38"/>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5719538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4-item Lists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l">
              <a:defRPr sz="3600" b="0" baseline="0"/>
            </a:lvl1pPr>
          </a:lstStyle>
          <a:p>
            <a:r>
              <a:rPr lang="en-US"/>
              <a:t>Click to edit Master title style</a:t>
            </a:r>
          </a:p>
        </p:txBody>
      </p:sp>
      <p:sp>
        <p:nvSpPr>
          <p:cNvPr id="35" name="Text Placeholder 39">
            <a:extLst>
              <a:ext uri="{FF2B5EF4-FFF2-40B4-BE49-F238E27FC236}">
                <a16:creationId xmlns:a16="http://schemas.microsoft.com/office/drawing/2014/main" id="{4D8384FB-9607-5904-4E6F-CCB737C494AA}"/>
              </a:ext>
            </a:extLst>
          </p:cNvPr>
          <p:cNvSpPr>
            <a:spLocks noGrp="1"/>
          </p:cNvSpPr>
          <p:nvPr>
            <p:ph type="body" sz="quarter" idx="27"/>
          </p:nvPr>
        </p:nvSpPr>
        <p:spPr>
          <a:xfrm>
            <a:off x="844001" y="2064569"/>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9" name="Text Placeholder 39">
            <a:extLst>
              <a:ext uri="{FF2B5EF4-FFF2-40B4-BE49-F238E27FC236}">
                <a16:creationId xmlns:a16="http://schemas.microsoft.com/office/drawing/2014/main" id="{2A7E139E-B9AB-0392-39EE-28A09E8444C2}"/>
              </a:ext>
            </a:extLst>
          </p:cNvPr>
          <p:cNvSpPr>
            <a:spLocks noGrp="1"/>
          </p:cNvSpPr>
          <p:nvPr>
            <p:ph type="body" sz="quarter" idx="32"/>
          </p:nvPr>
        </p:nvSpPr>
        <p:spPr>
          <a:xfrm>
            <a:off x="844001" y="2966508"/>
            <a:ext cx="3241113" cy="111001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6" name="Text Placeholder 39">
            <a:extLst>
              <a:ext uri="{FF2B5EF4-FFF2-40B4-BE49-F238E27FC236}">
                <a16:creationId xmlns:a16="http://schemas.microsoft.com/office/drawing/2014/main" id="{B0BDC9B8-24A7-44AD-8495-182E8B1655B0}"/>
              </a:ext>
            </a:extLst>
          </p:cNvPr>
          <p:cNvSpPr>
            <a:spLocks noGrp="1"/>
          </p:cNvSpPr>
          <p:nvPr>
            <p:ph type="body" sz="quarter" idx="28"/>
          </p:nvPr>
        </p:nvSpPr>
        <p:spPr>
          <a:xfrm>
            <a:off x="844000" y="4159453"/>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1" name="Text Placeholder 39">
            <a:extLst>
              <a:ext uri="{FF2B5EF4-FFF2-40B4-BE49-F238E27FC236}">
                <a16:creationId xmlns:a16="http://schemas.microsoft.com/office/drawing/2014/main" id="{DC206A83-4739-D487-A6BA-35D4426E6E0D}"/>
              </a:ext>
            </a:extLst>
          </p:cNvPr>
          <p:cNvSpPr>
            <a:spLocks noGrp="1"/>
          </p:cNvSpPr>
          <p:nvPr>
            <p:ph type="body" sz="quarter" idx="34"/>
          </p:nvPr>
        </p:nvSpPr>
        <p:spPr>
          <a:xfrm>
            <a:off x="844001" y="5061042"/>
            <a:ext cx="3241113" cy="111001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7" name="Text Placeholder 39">
            <a:extLst>
              <a:ext uri="{FF2B5EF4-FFF2-40B4-BE49-F238E27FC236}">
                <a16:creationId xmlns:a16="http://schemas.microsoft.com/office/drawing/2014/main" id="{66359170-FD79-CAFA-9916-E21A3A92BD5B}"/>
              </a:ext>
            </a:extLst>
          </p:cNvPr>
          <p:cNvSpPr>
            <a:spLocks noGrp="1"/>
          </p:cNvSpPr>
          <p:nvPr>
            <p:ph type="body" sz="quarter" idx="29"/>
          </p:nvPr>
        </p:nvSpPr>
        <p:spPr>
          <a:xfrm>
            <a:off x="4306882" y="2064569"/>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0" name="Text Placeholder 39">
            <a:extLst>
              <a:ext uri="{FF2B5EF4-FFF2-40B4-BE49-F238E27FC236}">
                <a16:creationId xmlns:a16="http://schemas.microsoft.com/office/drawing/2014/main" id="{5C1430FC-B6F3-9BC9-30B5-FAFD54616A17}"/>
              </a:ext>
            </a:extLst>
          </p:cNvPr>
          <p:cNvSpPr>
            <a:spLocks noGrp="1"/>
          </p:cNvSpPr>
          <p:nvPr>
            <p:ph type="body" sz="quarter" idx="33"/>
          </p:nvPr>
        </p:nvSpPr>
        <p:spPr>
          <a:xfrm>
            <a:off x="4306883" y="2966508"/>
            <a:ext cx="3241113" cy="111001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8" name="Text Placeholder 39">
            <a:extLst>
              <a:ext uri="{FF2B5EF4-FFF2-40B4-BE49-F238E27FC236}">
                <a16:creationId xmlns:a16="http://schemas.microsoft.com/office/drawing/2014/main" id="{4F44D502-6308-A795-D6C1-3DB60669026D}"/>
              </a:ext>
            </a:extLst>
          </p:cNvPr>
          <p:cNvSpPr>
            <a:spLocks noGrp="1"/>
          </p:cNvSpPr>
          <p:nvPr>
            <p:ph type="body" sz="quarter" idx="30"/>
          </p:nvPr>
        </p:nvSpPr>
        <p:spPr>
          <a:xfrm>
            <a:off x="4306882" y="4159453"/>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2" name="Text Placeholder 39">
            <a:extLst>
              <a:ext uri="{FF2B5EF4-FFF2-40B4-BE49-F238E27FC236}">
                <a16:creationId xmlns:a16="http://schemas.microsoft.com/office/drawing/2014/main" id="{D1910BB6-7EA9-DDE1-58D5-0201986AB1F5}"/>
              </a:ext>
            </a:extLst>
          </p:cNvPr>
          <p:cNvSpPr>
            <a:spLocks noGrp="1"/>
          </p:cNvSpPr>
          <p:nvPr>
            <p:ph type="body" sz="quarter" idx="35"/>
          </p:nvPr>
        </p:nvSpPr>
        <p:spPr>
          <a:xfrm>
            <a:off x="4306883" y="5061042"/>
            <a:ext cx="3241113" cy="111001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4" name="Picture Placeholder 33">
            <a:extLst>
              <a:ext uri="{FF2B5EF4-FFF2-40B4-BE49-F238E27FC236}">
                <a16:creationId xmlns:a16="http://schemas.microsoft.com/office/drawing/2014/main" id="{C4B8DBED-31AE-D37E-5455-E86F35901D57}"/>
              </a:ext>
            </a:extLst>
          </p:cNvPr>
          <p:cNvSpPr>
            <a:spLocks noGrp="1"/>
          </p:cNvSpPr>
          <p:nvPr>
            <p:ph type="pic" sz="quarter" idx="21"/>
          </p:nvPr>
        </p:nvSpPr>
        <p:spPr>
          <a:xfrm>
            <a:off x="8093484" y="2457906"/>
            <a:ext cx="3171870" cy="3713149"/>
          </a:xfrm>
          <a:custGeom>
            <a:avLst/>
            <a:gdLst>
              <a:gd name="connsiteX0" fmla="*/ 0 w 3171870"/>
              <a:gd name="connsiteY0" fmla="*/ 0 h 3713149"/>
              <a:gd name="connsiteX1" fmla="*/ 3171870 w 3171870"/>
              <a:gd name="connsiteY1" fmla="*/ 0 h 3713149"/>
              <a:gd name="connsiteX2" fmla="*/ 3171870 w 3171870"/>
              <a:gd name="connsiteY2" fmla="*/ 3713149 h 3713149"/>
              <a:gd name="connsiteX3" fmla="*/ 0 w 3171870"/>
              <a:gd name="connsiteY3" fmla="*/ 3713149 h 3713149"/>
            </a:gdLst>
            <a:ahLst/>
            <a:cxnLst>
              <a:cxn ang="0">
                <a:pos x="connsiteX0" y="connsiteY0"/>
              </a:cxn>
              <a:cxn ang="0">
                <a:pos x="connsiteX1" y="connsiteY1"/>
              </a:cxn>
              <a:cxn ang="0">
                <a:pos x="connsiteX2" y="connsiteY2"/>
              </a:cxn>
              <a:cxn ang="0">
                <a:pos x="connsiteX3" y="connsiteY3"/>
              </a:cxn>
            </a:cxnLst>
            <a:rect l="l" t="t" r="r" b="b"/>
            <a:pathLst>
              <a:path w="3171870" h="3713149">
                <a:moveTo>
                  <a:pt x="0" y="0"/>
                </a:moveTo>
                <a:lnTo>
                  <a:pt x="3171870" y="0"/>
                </a:lnTo>
                <a:lnTo>
                  <a:pt x="3171870" y="3713149"/>
                </a:lnTo>
                <a:lnTo>
                  <a:pt x="0" y="3713149"/>
                </a:lnTo>
                <a:close/>
              </a:path>
            </a:pathLst>
          </a:custGeom>
        </p:spPr>
        <p:txBody>
          <a:bodyPr wrap="square">
            <a:noAutofit/>
          </a:bodyPr>
          <a:lstStyle/>
          <a:p>
            <a:endParaRPr lang="en-US"/>
          </a:p>
        </p:txBody>
      </p:sp>
      <p:sp>
        <p:nvSpPr>
          <p:cNvPr id="12" name="Freeform 10">
            <a:extLst>
              <a:ext uri="{FF2B5EF4-FFF2-40B4-BE49-F238E27FC236}">
                <a16:creationId xmlns:a16="http://schemas.microsoft.com/office/drawing/2014/main" id="{D8EE05DE-F7F2-F99C-AAED-46EA83619DDA}"/>
              </a:ext>
              <a:ext uri="{C183D7F6-B498-43B3-948B-1728B52AA6E4}">
                <adec:decorative xmlns:adec="http://schemas.microsoft.com/office/drawing/2017/decorative" val="1"/>
              </a:ext>
            </a:extLst>
          </p:cNvPr>
          <p:cNvSpPr/>
          <p:nvPr userDrawn="1"/>
        </p:nvSpPr>
        <p:spPr>
          <a:xfrm>
            <a:off x="0" y="6173664"/>
            <a:ext cx="844000" cy="684336"/>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Shape 6">
            <a:extLst>
              <a:ext uri="{FF2B5EF4-FFF2-40B4-BE49-F238E27FC236}">
                <a16:creationId xmlns:a16="http://schemas.microsoft.com/office/drawing/2014/main" id="{233F2A5A-610C-B2F7-6100-A84ADD610D51}"/>
              </a:ext>
              <a:ext uri="{C183D7F6-B498-43B3-948B-1728B52AA6E4}">
                <adec:decorative xmlns:adec="http://schemas.microsoft.com/office/drawing/2017/decorative" val="1"/>
              </a:ext>
            </a:extLst>
          </p:cNvPr>
          <p:cNvSpPr/>
          <p:nvPr userDrawn="1"/>
        </p:nvSpPr>
        <p:spPr>
          <a:xfrm>
            <a:off x="2" y="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11" name="Freeform 17">
            <a:extLst>
              <a:ext uri="{FF2B5EF4-FFF2-40B4-BE49-F238E27FC236}">
                <a16:creationId xmlns:a16="http://schemas.microsoft.com/office/drawing/2014/main" id="{E5334CDE-7D24-0D75-BE29-F8A0AD5ABCEB}"/>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6" name="Date Placeholder 5">
            <a:extLst>
              <a:ext uri="{FF2B5EF4-FFF2-40B4-BE49-F238E27FC236}">
                <a16:creationId xmlns:a16="http://schemas.microsoft.com/office/drawing/2014/main" id="{283E748E-2A62-5A6A-8869-6121839191C1}"/>
              </a:ext>
            </a:extLst>
          </p:cNvPr>
          <p:cNvSpPr>
            <a:spLocks noGrp="1"/>
          </p:cNvSpPr>
          <p:nvPr>
            <p:ph type="dt" sz="half" idx="36"/>
          </p:nvPr>
        </p:nvSpPr>
        <p:spPr/>
        <p:txBody>
          <a:bodyPr/>
          <a:lstStyle/>
          <a:p>
            <a:r>
              <a:rPr lang="en-US" altLang="zh-CN"/>
              <a:t>03/13/2025</a:t>
            </a:r>
          </a:p>
        </p:txBody>
      </p:sp>
      <p:sp>
        <p:nvSpPr>
          <p:cNvPr id="8" name="Footer Placeholder 7">
            <a:extLst>
              <a:ext uri="{FF2B5EF4-FFF2-40B4-BE49-F238E27FC236}">
                <a16:creationId xmlns:a16="http://schemas.microsoft.com/office/drawing/2014/main" id="{E10CBC7B-4E6B-1FC2-2AE1-99E5AB5F3009}"/>
              </a:ext>
            </a:extLst>
          </p:cNvPr>
          <p:cNvSpPr>
            <a:spLocks noGrp="1"/>
          </p:cNvSpPr>
          <p:nvPr>
            <p:ph type="ftr" sz="quarter" idx="37"/>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A394B536-ABE4-6709-EBB8-2B1714895A77}"/>
              </a:ext>
            </a:extLst>
          </p:cNvPr>
          <p:cNvSpPr>
            <a:spLocks noGrp="1"/>
          </p:cNvSpPr>
          <p:nvPr>
            <p:ph type="sldNum" sz="half" idx="38"/>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41029727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3-item List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23" name="Picture Placeholder 22">
            <a:extLst>
              <a:ext uri="{FF2B5EF4-FFF2-40B4-BE49-F238E27FC236}">
                <a16:creationId xmlns:a16="http://schemas.microsoft.com/office/drawing/2014/main" id="{7C46EA94-6AFD-72DE-4BC0-9B723FFBD8A2}"/>
              </a:ext>
            </a:extLst>
          </p:cNvPr>
          <p:cNvSpPr>
            <a:spLocks noGrp="1"/>
          </p:cNvSpPr>
          <p:nvPr>
            <p:ph type="pic" sz="quarter" idx="39"/>
          </p:nvPr>
        </p:nvSpPr>
        <p:spPr>
          <a:xfrm>
            <a:off x="132233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27" name="Text Placeholder 39">
            <a:extLst>
              <a:ext uri="{FF2B5EF4-FFF2-40B4-BE49-F238E27FC236}">
                <a16:creationId xmlns:a16="http://schemas.microsoft.com/office/drawing/2014/main" id="{A243729E-794B-F3FC-2EE5-6E811EB57583}"/>
              </a:ext>
            </a:extLst>
          </p:cNvPr>
          <p:cNvSpPr>
            <a:spLocks noGrp="1"/>
          </p:cNvSpPr>
          <p:nvPr>
            <p:ph type="body" sz="quarter" idx="27"/>
          </p:nvPr>
        </p:nvSpPr>
        <p:spPr>
          <a:xfrm>
            <a:off x="84931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8" name="Text Placeholder 39">
            <a:extLst>
              <a:ext uri="{FF2B5EF4-FFF2-40B4-BE49-F238E27FC236}">
                <a16:creationId xmlns:a16="http://schemas.microsoft.com/office/drawing/2014/main" id="{E79D7EF1-E60A-43E0-B921-D0AC0A0F2A6C}"/>
              </a:ext>
            </a:extLst>
          </p:cNvPr>
          <p:cNvSpPr>
            <a:spLocks noGrp="1"/>
          </p:cNvSpPr>
          <p:nvPr>
            <p:ph type="body" sz="quarter" idx="32"/>
          </p:nvPr>
        </p:nvSpPr>
        <p:spPr>
          <a:xfrm>
            <a:off x="844000"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4" name="Picture Placeholder 23">
            <a:extLst>
              <a:ext uri="{FF2B5EF4-FFF2-40B4-BE49-F238E27FC236}">
                <a16:creationId xmlns:a16="http://schemas.microsoft.com/office/drawing/2014/main" id="{83CF7262-358F-3843-FE94-E35896348E1E}"/>
              </a:ext>
            </a:extLst>
          </p:cNvPr>
          <p:cNvSpPr>
            <a:spLocks noGrp="1"/>
          </p:cNvSpPr>
          <p:nvPr>
            <p:ph type="pic" sz="quarter" idx="40"/>
          </p:nvPr>
        </p:nvSpPr>
        <p:spPr>
          <a:xfrm>
            <a:off x="4017396"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29" name="Text Placeholder 39">
            <a:extLst>
              <a:ext uri="{FF2B5EF4-FFF2-40B4-BE49-F238E27FC236}">
                <a16:creationId xmlns:a16="http://schemas.microsoft.com/office/drawing/2014/main" id="{6A6BDC5C-C94C-D669-C0A1-8046D94C9CEB}"/>
              </a:ext>
            </a:extLst>
          </p:cNvPr>
          <p:cNvSpPr>
            <a:spLocks noGrp="1"/>
          </p:cNvSpPr>
          <p:nvPr>
            <p:ph type="body" sz="quarter" idx="43"/>
          </p:nvPr>
        </p:nvSpPr>
        <p:spPr>
          <a:xfrm>
            <a:off x="3544373"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0" name="Text Placeholder 39">
            <a:extLst>
              <a:ext uri="{FF2B5EF4-FFF2-40B4-BE49-F238E27FC236}">
                <a16:creationId xmlns:a16="http://schemas.microsoft.com/office/drawing/2014/main" id="{EFBB2384-D5C2-76A5-54F8-D4975868185E}"/>
              </a:ext>
            </a:extLst>
          </p:cNvPr>
          <p:cNvSpPr>
            <a:spLocks noGrp="1"/>
          </p:cNvSpPr>
          <p:nvPr>
            <p:ph type="body" sz="quarter" idx="44"/>
          </p:nvPr>
        </p:nvSpPr>
        <p:spPr>
          <a:xfrm>
            <a:off x="3544373"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5" name="Picture Placeholder 24">
            <a:extLst>
              <a:ext uri="{FF2B5EF4-FFF2-40B4-BE49-F238E27FC236}">
                <a16:creationId xmlns:a16="http://schemas.microsoft.com/office/drawing/2014/main" id="{74F0AB46-B8F3-5FE8-7859-342D82B051DF}"/>
              </a:ext>
            </a:extLst>
          </p:cNvPr>
          <p:cNvSpPr>
            <a:spLocks noGrp="1"/>
          </p:cNvSpPr>
          <p:nvPr>
            <p:ph type="pic" sz="quarter" idx="41"/>
          </p:nvPr>
        </p:nvSpPr>
        <p:spPr>
          <a:xfrm>
            <a:off x="6723080"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1" name="Text Placeholder 39">
            <a:extLst>
              <a:ext uri="{FF2B5EF4-FFF2-40B4-BE49-F238E27FC236}">
                <a16:creationId xmlns:a16="http://schemas.microsoft.com/office/drawing/2014/main" id="{3FA7B3C5-2D24-52CE-FBFE-C6EAACA41E07}"/>
              </a:ext>
            </a:extLst>
          </p:cNvPr>
          <p:cNvSpPr>
            <a:spLocks noGrp="1"/>
          </p:cNvSpPr>
          <p:nvPr>
            <p:ph type="body" sz="quarter" idx="45"/>
          </p:nvPr>
        </p:nvSpPr>
        <p:spPr>
          <a:xfrm>
            <a:off x="6250057"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2" name="Text Placeholder 39">
            <a:extLst>
              <a:ext uri="{FF2B5EF4-FFF2-40B4-BE49-F238E27FC236}">
                <a16:creationId xmlns:a16="http://schemas.microsoft.com/office/drawing/2014/main" id="{F8BBF672-0284-927B-49F1-92414840843B}"/>
              </a:ext>
            </a:extLst>
          </p:cNvPr>
          <p:cNvSpPr>
            <a:spLocks noGrp="1"/>
          </p:cNvSpPr>
          <p:nvPr>
            <p:ph type="body" sz="quarter" idx="46"/>
          </p:nvPr>
        </p:nvSpPr>
        <p:spPr>
          <a:xfrm>
            <a:off x="6250057"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6" name="Picture Placeholder 25">
            <a:extLst>
              <a:ext uri="{FF2B5EF4-FFF2-40B4-BE49-F238E27FC236}">
                <a16:creationId xmlns:a16="http://schemas.microsoft.com/office/drawing/2014/main" id="{5E473B2D-D5FC-0231-ACED-3B5D76DC20EF}"/>
              </a:ext>
            </a:extLst>
          </p:cNvPr>
          <p:cNvSpPr>
            <a:spLocks noGrp="1"/>
          </p:cNvSpPr>
          <p:nvPr>
            <p:ph type="pic" sz="quarter" idx="42"/>
          </p:nvPr>
        </p:nvSpPr>
        <p:spPr>
          <a:xfrm>
            <a:off x="942876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35" name="Text Placeholder 39">
            <a:extLst>
              <a:ext uri="{FF2B5EF4-FFF2-40B4-BE49-F238E27FC236}">
                <a16:creationId xmlns:a16="http://schemas.microsoft.com/office/drawing/2014/main" id="{F177614F-87ED-3516-10DB-3039AA6BC776}"/>
              </a:ext>
            </a:extLst>
          </p:cNvPr>
          <p:cNvSpPr>
            <a:spLocks noGrp="1"/>
          </p:cNvSpPr>
          <p:nvPr>
            <p:ph type="body" sz="quarter" idx="48"/>
          </p:nvPr>
        </p:nvSpPr>
        <p:spPr>
          <a:xfrm>
            <a:off x="895574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34" name="Text Placeholder 39">
            <a:extLst>
              <a:ext uri="{FF2B5EF4-FFF2-40B4-BE49-F238E27FC236}">
                <a16:creationId xmlns:a16="http://schemas.microsoft.com/office/drawing/2014/main" id="{356691A8-4174-1932-EDAA-397B596ED22C}"/>
              </a:ext>
            </a:extLst>
          </p:cNvPr>
          <p:cNvSpPr>
            <a:spLocks noGrp="1"/>
          </p:cNvSpPr>
          <p:nvPr>
            <p:ph type="body" sz="quarter" idx="47"/>
          </p:nvPr>
        </p:nvSpPr>
        <p:spPr>
          <a:xfrm>
            <a:off x="8955741"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 name="Freeform 10">
            <a:extLst>
              <a:ext uri="{FF2B5EF4-FFF2-40B4-BE49-F238E27FC236}">
                <a16:creationId xmlns:a16="http://schemas.microsoft.com/office/drawing/2014/main" id="{CAC714B0-0DDB-95CC-7C6E-830ED5777ADD}"/>
              </a:ext>
              <a:ext uri="{C183D7F6-B498-43B3-948B-1728B52AA6E4}">
                <adec:decorative xmlns:adec="http://schemas.microsoft.com/office/drawing/2017/decorative" val="1"/>
              </a:ext>
            </a:extLst>
          </p:cNvPr>
          <p:cNvSpPr/>
          <p:nvPr userDrawn="1"/>
        </p:nvSpPr>
        <p:spPr>
          <a:xfrm>
            <a:off x="11292000" y="5958000"/>
            <a:ext cx="900000" cy="900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6D6EDCD4-6F29-8A2D-6FBA-DEC8CC671E15}"/>
              </a:ext>
              <a:ext uri="{C183D7F6-B498-43B3-948B-1728B52AA6E4}">
                <adec:decorative xmlns:adec="http://schemas.microsoft.com/office/drawing/2017/decorative" val="1"/>
              </a:ext>
            </a:extLst>
          </p:cNvPr>
          <p:cNvSpPr/>
          <p:nvPr userDrawn="1"/>
        </p:nvSpPr>
        <p:spPr>
          <a:xfrm>
            <a:off x="0" y="0"/>
            <a:ext cx="900000" cy="900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0C36B4D5-453F-A6E6-2385-5EAAF52C7FCC}"/>
              </a:ext>
            </a:extLst>
          </p:cNvPr>
          <p:cNvSpPr>
            <a:spLocks noGrp="1"/>
          </p:cNvSpPr>
          <p:nvPr>
            <p:ph type="dt" sz="half" idx="49"/>
          </p:nvPr>
        </p:nvSpPr>
        <p:spPr/>
        <p:txBody>
          <a:bodyPr/>
          <a:lstStyle/>
          <a:p>
            <a:r>
              <a:rPr lang="en-US" altLang="zh-CN"/>
              <a:t>03/13/2025</a:t>
            </a:r>
          </a:p>
        </p:txBody>
      </p:sp>
      <p:sp>
        <p:nvSpPr>
          <p:cNvPr id="9" name="Footer Placeholder 8">
            <a:extLst>
              <a:ext uri="{FF2B5EF4-FFF2-40B4-BE49-F238E27FC236}">
                <a16:creationId xmlns:a16="http://schemas.microsoft.com/office/drawing/2014/main" id="{6AF55EF6-623E-84A9-8176-644E1FF87D13}"/>
              </a:ext>
            </a:extLst>
          </p:cNvPr>
          <p:cNvSpPr>
            <a:spLocks noGrp="1"/>
          </p:cNvSpPr>
          <p:nvPr>
            <p:ph type="ftr" sz="quarter" idx="50"/>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7123EF00-8E89-3E0C-8654-5AFF3E936BA8}"/>
              </a:ext>
            </a:extLst>
          </p:cNvPr>
          <p:cNvSpPr>
            <a:spLocks noGrp="1"/>
          </p:cNvSpPr>
          <p:nvPr>
            <p:ph type="sldNum" sz="half" idx="51"/>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3722049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3-item Lists, Photo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18" name="Text Placeholder 39">
            <a:extLst>
              <a:ext uri="{FF2B5EF4-FFF2-40B4-BE49-F238E27FC236}">
                <a16:creationId xmlns:a16="http://schemas.microsoft.com/office/drawing/2014/main" id="{F414D2FC-8DED-1ACF-508C-2A0A9787B323}"/>
              </a:ext>
            </a:extLst>
          </p:cNvPr>
          <p:cNvSpPr>
            <a:spLocks noGrp="1"/>
          </p:cNvSpPr>
          <p:nvPr>
            <p:ph type="body" sz="quarter" idx="27"/>
          </p:nvPr>
        </p:nvSpPr>
        <p:spPr>
          <a:xfrm>
            <a:off x="1405952" y="2154648"/>
            <a:ext cx="3838002" cy="59498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9" name="Text Placeholder 39">
            <a:extLst>
              <a:ext uri="{FF2B5EF4-FFF2-40B4-BE49-F238E27FC236}">
                <a16:creationId xmlns:a16="http://schemas.microsoft.com/office/drawing/2014/main" id="{DFE930CB-82E2-EBCE-A8BD-BDC03B8F12A1}"/>
              </a:ext>
            </a:extLst>
          </p:cNvPr>
          <p:cNvSpPr>
            <a:spLocks noGrp="1"/>
          </p:cNvSpPr>
          <p:nvPr>
            <p:ph type="body" sz="quarter" idx="32"/>
          </p:nvPr>
        </p:nvSpPr>
        <p:spPr>
          <a:xfrm>
            <a:off x="1405954" y="2874105"/>
            <a:ext cx="3838000" cy="1313002"/>
          </a:xfrm>
        </p:spPr>
        <p:txBody>
          <a:bodyPr lIns="0" tIns="0" rIns="0" bIns="0" anchor="t">
            <a:noAutofit/>
          </a:bodyPr>
          <a:lstStyle>
            <a:lvl1pPr marL="0" indent="0" algn="l">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2" name="Text Placeholder 39">
            <a:extLst>
              <a:ext uri="{FF2B5EF4-FFF2-40B4-BE49-F238E27FC236}">
                <a16:creationId xmlns:a16="http://schemas.microsoft.com/office/drawing/2014/main" id="{45AEDC33-87C5-CE28-FB7A-01BDD70379F2}"/>
              </a:ext>
            </a:extLst>
          </p:cNvPr>
          <p:cNvSpPr>
            <a:spLocks noGrp="1"/>
          </p:cNvSpPr>
          <p:nvPr>
            <p:ph type="body" sz="quarter" idx="35"/>
          </p:nvPr>
        </p:nvSpPr>
        <p:spPr>
          <a:xfrm>
            <a:off x="1405954" y="4326807"/>
            <a:ext cx="3838002" cy="59498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3" name="Text Placeholder 39">
            <a:extLst>
              <a:ext uri="{FF2B5EF4-FFF2-40B4-BE49-F238E27FC236}">
                <a16:creationId xmlns:a16="http://schemas.microsoft.com/office/drawing/2014/main" id="{8F56F372-7735-E287-9377-D1E529646F59}"/>
              </a:ext>
            </a:extLst>
          </p:cNvPr>
          <p:cNvSpPr>
            <a:spLocks noGrp="1"/>
          </p:cNvSpPr>
          <p:nvPr>
            <p:ph type="body" sz="quarter" idx="36"/>
          </p:nvPr>
        </p:nvSpPr>
        <p:spPr>
          <a:xfrm>
            <a:off x="1405954" y="5046264"/>
            <a:ext cx="3838000" cy="131300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Text Placeholder 39">
            <a:extLst>
              <a:ext uri="{FF2B5EF4-FFF2-40B4-BE49-F238E27FC236}">
                <a16:creationId xmlns:a16="http://schemas.microsoft.com/office/drawing/2014/main" id="{ABFA4713-481D-49E5-E182-F16C38EAC778}"/>
              </a:ext>
            </a:extLst>
          </p:cNvPr>
          <p:cNvSpPr>
            <a:spLocks noGrp="1"/>
          </p:cNvSpPr>
          <p:nvPr>
            <p:ph type="body" sz="quarter" idx="33"/>
          </p:nvPr>
        </p:nvSpPr>
        <p:spPr>
          <a:xfrm>
            <a:off x="6855395" y="2154648"/>
            <a:ext cx="3838002" cy="594981"/>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1" name="Text Placeholder 39">
            <a:extLst>
              <a:ext uri="{FF2B5EF4-FFF2-40B4-BE49-F238E27FC236}">
                <a16:creationId xmlns:a16="http://schemas.microsoft.com/office/drawing/2014/main" id="{99D20002-2810-EE61-409A-623B78526836}"/>
              </a:ext>
            </a:extLst>
          </p:cNvPr>
          <p:cNvSpPr>
            <a:spLocks noGrp="1"/>
          </p:cNvSpPr>
          <p:nvPr>
            <p:ph type="body" sz="quarter" idx="34"/>
          </p:nvPr>
        </p:nvSpPr>
        <p:spPr>
          <a:xfrm>
            <a:off x="6855395" y="2874105"/>
            <a:ext cx="3838000" cy="131300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7" name="Picture Placeholder 26">
            <a:extLst>
              <a:ext uri="{FF2B5EF4-FFF2-40B4-BE49-F238E27FC236}">
                <a16:creationId xmlns:a16="http://schemas.microsoft.com/office/drawing/2014/main" id="{9DD21710-02F7-733A-65EB-77E95DB1EAB6}"/>
              </a:ext>
            </a:extLst>
          </p:cNvPr>
          <p:cNvSpPr>
            <a:spLocks noGrp="1"/>
          </p:cNvSpPr>
          <p:nvPr>
            <p:ph type="pic" sz="quarter" idx="37"/>
          </p:nvPr>
        </p:nvSpPr>
        <p:spPr>
          <a:xfrm>
            <a:off x="6855393" y="4443647"/>
            <a:ext cx="3930649" cy="1778549"/>
          </a:xfrm>
          <a:custGeom>
            <a:avLst/>
            <a:gdLst>
              <a:gd name="connsiteX0" fmla="*/ 0 w 3930649"/>
              <a:gd name="connsiteY0" fmla="*/ 0 h 1778549"/>
              <a:gd name="connsiteX1" fmla="*/ 3930649 w 3930649"/>
              <a:gd name="connsiteY1" fmla="*/ 0 h 1778549"/>
              <a:gd name="connsiteX2" fmla="*/ 3930649 w 3930649"/>
              <a:gd name="connsiteY2" fmla="*/ 1778549 h 1778549"/>
              <a:gd name="connsiteX3" fmla="*/ 0 w 3930649"/>
              <a:gd name="connsiteY3" fmla="*/ 1778549 h 1778549"/>
            </a:gdLst>
            <a:ahLst/>
            <a:cxnLst>
              <a:cxn ang="0">
                <a:pos x="connsiteX0" y="connsiteY0"/>
              </a:cxn>
              <a:cxn ang="0">
                <a:pos x="connsiteX1" y="connsiteY1"/>
              </a:cxn>
              <a:cxn ang="0">
                <a:pos x="connsiteX2" y="connsiteY2"/>
              </a:cxn>
              <a:cxn ang="0">
                <a:pos x="connsiteX3" y="connsiteY3"/>
              </a:cxn>
            </a:cxnLst>
            <a:rect l="l" t="t" r="r" b="b"/>
            <a:pathLst>
              <a:path w="3930649" h="1778549">
                <a:moveTo>
                  <a:pt x="0" y="0"/>
                </a:moveTo>
                <a:lnTo>
                  <a:pt x="3930649" y="0"/>
                </a:lnTo>
                <a:lnTo>
                  <a:pt x="3930649" y="1778549"/>
                </a:lnTo>
                <a:lnTo>
                  <a:pt x="0" y="1778549"/>
                </a:lnTo>
                <a:close/>
              </a:path>
            </a:pathLst>
          </a:custGeom>
        </p:spPr>
        <p:txBody>
          <a:bodyPr wrap="square">
            <a:noAutofit/>
          </a:bodyPr>
          <a:lstStyle/>
          <a:p>
            <a:endParaRPr lang="en-US"/>
          </a:p>
        </p:txBody>
      </p:sp>
      <p:sp>
        <p:nvSpPr>
          <p:cNvPr id="3" name="Freeform 10">
            <a:extLst>
              <a:ext uri="{FF2B5EF4-FFF2-40B4-BE49-F238E27FC236}">
                <a16:creationId xmlns:a16="http://schemas.microsoft.com/office/drawing/2014/main" id="{6D6EDCD4-6F29-8A2D-6FBA-DEC8CC671E15}"/>
              </a:ext>
              <a:ext uri="{C183D7F6-B498-43B3-948B-1728B52AA6E4}">
                <adec:decorative xmlns:adec="http://schemas.microsoft.com/office/drawing/2017/decorative" val="1"/>
              </a:ext>
            </a:extLst>
          </p:cNvPr>
          <p:cNvSpPr/>
          <p:nvPr userDrawn="1"/>
        </p:nvSpPr>
        <p:spPr>
          <a:xfrm>
            <a:off x="0" y="5958000"/>
            <a:ext cx="900000" cy="900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CAC714B0-0DDB-95CC-7C6E-830ED5777ADD}"/>
              </a:ext>
              <a:ext uri="{C183D7F6-B498-43B3-948B-1728B52AA6E4}">
                <adec:decorative xmlns:adec="http://schemas.microsoft.com/office/drawing/2017/decorative" val="1"/>
              </a:ext>
            </a:extLst>
          </p:cNvPr>
          <p:cNvSpPr/>
          <p:nvPr userDrawn="1"/>
        </p:nvSpPr>
        <p:spPr>
          <a:xfrm>
            <a:off x="11292000" y="0"/>
            <a:ext cx="900000" cy="900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BF49EAC9-AC82-F9DD-E2C4-B40F4877BEE8}"/>
              </a:ext>
            </a:extLst>
          </p:cNvPr>
          <p:cNvSpPr>
            <a:spLocks noGrp="1"/>
          </p:cNvSpPr>
          <p:nvPr>
            <p:ph type="dt" sz="half" idx="38"/>
          </p:nvPr>
        </p:nvSpPr>
        <p:spPr/>
        <p:txBody>
          <a:bodyPr/>
          <a:lstStyle/>
          <a:p>
            <a:r>
              <a:rPr lang="en-US" altLang="zh-CN"/>
              <a:t>03/13/2025</a:t>
            </a:r>
          </a:p>
        </p:txBody>
      </p:sp>
      <p:sp>
        <p:nvSpPr>
          <p:cNvPr id="9" name="Footer Placeholder 8">
            <a:extLst>
              <a:ext uri="{FF2B5EF4-FFF2-40B4-BE49-F238E27FC236}">
                <a16:creationId xmlns:a16="http://schemas.microsoft.com/office/drawing/2014/main" id="{73E71126-375B-BBFF-8783-D41C61864E2B}"/>
              </a:ext>
            </a:extLst>
          </p:cNvPr>
          <p:cNvSpPr>
            <a:spLocks noGrp="1"/>
          </p:cNvSpPr>
          <p:nvPr>
            <p:ph type="ftr" sz="quarter" idx="39"/>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B31CDE54-93FD-1D9C-35AF-6DE8ED74719A}"/>
              </a:ext>
            </a:extLst>
          </p:cNvPr>
          <p:cNvSpPr>
            <a:spLocks noGrp="1"/>
          </p:cNvSpPr>
          <p:nvPr>
            <p:ph type="sldNum" sz="half" idx="40"/>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5311180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4-item Lists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l">
              <a:defRPr sz="3600" b="0" baseline="0"/>
            </a:lvl1pPr>
          </a:lstStyle>
          <a:p>
            <a:r>
              <a:rPr lang="en-US"/>
              <a:t>Click to edit Master title style</a:t>
            </a:r>
          </a:p>
        </p:txBody>
      </p:sp>
      <p:sp>
        <p:nvSpPr>
          <p:cNvPr id="6" name="Text Placeholder 39">
            <a:extLst>
              <a:ext uri="{FF2B5EF4-FFF2-40B4-BE49-F238E27FC236}">
                <a16:creationId xmlns:a16="http://schemas.microsoft.com/office/drawing/2014/main" id="{0CDB7728-FEF6-A8C0-F28F-5A2A5044E626}"/>
              </a:ext>
            </a:extLst>
          </p:cNvPr>
          <p:cNvSpPr>
            <a:spLocks noGrp="1"/>
          </p:cNvSpPr>
          <p:nvPr>
            <p:ph type="body" sz="quarter" idx="27"/>
          </p:nvPr>
        </p:nvSpPr>
        <p:spPr>
          <a:xfrm>
            <a:off x="844001" y="2064569"/>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3" name="Text Placeholder 39">
            <a:extLst>
              <a:ext uri="{FF2B5EF4-FFF2-40B4-BE49-F238E27FC236}">
                <a16:creationId xmlns:a16="http://schemas.microsoft.com/office/drawing/2014/main" id="{49EE54AB-450B-722E-CF2E-43CD14D88051}"/>
              </a:ext>
            </a:extLst>
          </p:cNvPr>
          <p:cNvSpPr>
            <a:spLocks noGrp="1"/>
          </p:cNvSpPr>
          <p:nvPr>
            <p:ph type="body" sz="quarter" idx="32"/>
          </p:nvPr>
        </p:nvSpPr>
        <p:spPr>
          <a:xfrm>
            <a:off x="844001" y="2966508"/>
            <a:ext cx="3241113" cy="111001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4" name="Text Placeholder 39">
            <a:extLst>
              <a:ext uri="{FF2B5EF4-FFF2-40B4-BE49-F238E27FC236}">
                <a16:creationId xmlns:a16="http://schemas.microsoft.com/office/drawing/2014/main" id="{E63A3898-F5B7-2B81-0A78-86E32E879712}"/>
              </a:ext>
            </a:extLst>
          </p:cNvPr>
          <p:cNvSpPr>
            <a:spLocks noGrp="1"/>
          </p:cNvSpPr>
          <p:nvPr>
            <p:ph type="body" sz="quarter" idx="28"/>
          </p:nvPr>
        </p:nvSpPr>
        <p:spPr>
          <a:xfrm>
            <a:off x="844000" y="4159453"/>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5" name="Text Placeholder 39">
            <a:extLst>
              <a:ext uri="{FF2B5EF4-FFF2-40B4-BE49-F238E27FC236}">
                <a16:creationId xmlns:a16="http://schemas.microsoft.com/office/drawing/2014/main" id="{BD7576FA-6EF0-5AA4-B90A-63BF2165D966}"/>
              </a:ext>
            </a:extLst>
          </p:cNvPr>
          <p:cNvSpPr>
            <a:spLocks noGrp="1"/>
          </p:cNvSpPr>
          <p:nvPr>
            <p:ph type="body" sz="quarter" idx="34"/>
          </p:nvPr>
        </p:nvSpPr>
        <p:spPr>
          <a:xfrm>
            <a:off x="844001" y="5061042"/>
            <a:ext cx="3241113" cy="111001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6" name="Text Placeholder 39">
            <a:extLst>
              <a:ext uri="{FF2B5EF4-FFF2-40B4-BE49-F238E27FC236}">
                <a16:creationId xmlns:a16="http://schemas.microsoft.com/office/drawing/2014/main" id="{C323A180-A98F-AC1A-DCC2-E759F8459258}"/>
              </a:ext>
            </a:extLst>
          </p:cNvPr>
          <p:cNvSpPr>
            <a:spLocks noGrp="1"/>
          </p:cNvSpPr>
          <p:nvPr>
            <p:ph type="body" sz="quarter" idx="29"/>
          </p:nvPr>
        </p:nvSpPr>
        <p:spPr>
          <a:xfrm>
            <a:off x="4306882" y="2064569"/>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7" name="Text Placeholder 39">
            <a:extLst>
              <a:ext uri="{FF2B5EF4-FFF2-40B4-BE49-F238E27FC236}">
                <a16:creationId xmlns:a16="http://schemas.microsoft.com/office/drawing/2014/main" id="{2E36B47F-54DF-FD45-C142-8BDBF1EA313E}"/>
              </a:ext>
            </a:extLst>
          </p:cNvPr>
          <p:cNvSpPr>
            <a:spLocks noGrp="1"/>
          </p:cNvSpPr>
          <p:nvPr>
            <p:ph type="body" sz="quarter" idx="33"/>
          </p:nvPr>
        </p:nvSpPr>
        <p:spPr>
          <a:xfrm>
            <a:off x="4306883" y="2966508"/>
            <a:ext cx="3241113" cy="111001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8" name="Text Placeholder 39">
            <a:extLst>
              <a:ext uri="{FF2B5EF4-FFF2-40B4-BE49-F238E27FC236}">
                <a16:creationId xmlns:a16="http://schemas.microsoft.com/office/drawing/2014/main" id="{A0B55E9E-7E9A-93B7-43B9-7B34C2532CB3}"/>
              </a:ext>
            </a:extLst>
          </p:cNvPr>
          <p:cNvSpPr>
            <a:spLocks noGrp="1"/>
          </p:cNvSpPr>
          <p:nvPr>
            <p:ph type="body" sz="quarter" idx="30"/>
          </p:nvPr>
        </p:nvSpPr>
        <p:spPr>
          <a:xfrm>
            <a:off x="4306882" y="4159453"/>
            <a:ext cx="3241114" cy="776526"/>
          </a:xfrm>
        </p:spPr>
        <p:txBody>
          <a:bodyPr lIns="0" tIns="0" rIns="0" bIns="0" anchor="b">
            <a:noAutofit/>
          </a:bodyPr>
          <a:lstStyle>
            <a:lvl1pPr marL="0" indent="0" algn="l">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9" name="Text Placeholder 39">
            <a:extLst>
              <a:ext uri="{FF2B5EF4-FFF2-40B4-BE49-F238E27FC236}">
                <a16:creationId xmlns:a16="http://schemas.microsoft.com/office/drawing/2014/main" id="{8E7E6D19-929F-FDF7-959E-32298D8173AA}"/>
              </a:ext>
            </a:extLst>
          </p:cNvPr>
          <p:cNvSpPr>
            <a:spLocks noGrp="1"/>
          </p:cNvSpPr>
          <p:nvPr>
            <p:ph type="body" sz="quarter" idx="35"/>
          </p:nvPr>
        </p:nvSpPr>
        <p:spPr>
          <a:xfrm>
            <a:off x="4306883" y="5061042"/>
            <a:ext cx="3241113" cy="1110012"/>
          </a:xfrm>
        </p:spPr>
        <p:txBody>
          <a:bodyPr lIns="0" tIns="0" rIns="0" bIns="0" anchor="t">
            <a:noAutofit/>
          </a:bodyPr>
          <a:lstStyle>
            <a:lvl1pPr marL="0" indent="0" algn="l">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Picture Placeholder 19">
            <a:extLst>
              <a:ext uri="{FF2B5EF4-FFF2-40B4-BE49-F238E27FC236}">
                <a16:creationId xmlns:a16="http://schemas.microsoft.com/office/drawing/2014/main" id="{CFBF3E1B-B374-E67A-B307-E7808463B102}"/>
              </a:ext>
            </a:extLst>
          </p:cNvPr>
          <p:cNvSpPr>
            <a:spLocks noGrp="1"/>
          </p:cNvSpPr>
          <p:nvPr>
            <p:ph type="pic" sz="quarter" idx="21"/>
          </p:nvPr>
        </p:nvSpPr>
        <p:spPr>
          <a:xfrm>
            <a:off x="8093484" y="2457906"/>
            <a:ext cx="3171870" cy="3713149"/>
          </a:xfrm>
          <a:custGeom>
            <a:avLst/>
            <a:gdLst>
              <a:gd name="connsiteX0" fmla="*/ 0 w 3171870"/>
              <a:gd name="connsiteY0" fmla="*/ 0 h 3713149"/>
              <a:gd name="connsiteX1" fmla="*/ 3171870 w 3171870"/>
              <a:gd name="connsiteY1" fmla="*/ 0 h 3713149"/>
              <a:gd name="connsiteX2" fmla="*/ 3171870 w 3171870"/>
              <a:gd name="connsiteY2" fmla="*/ 3713149 h 3713149"/>
              <a:gd name="connsiteX3" fmla="*/ 0 w 3171870"/>
              <a:gd name="connsiteY3" fmla="*/ 3713149 h 3713149"/>
            </a:gdLst>
            <a:ahLst/>
            <a:cxnLst>
              <a:cxn ang="0">
                <a:pos x="connsiteX0" y="connsiteY0"/>
              </a:cxn>
              <a:cxn ang="0">
                <a:pos x="connsiteX1" y="connsiteY1"/>
              </a:cxn>
              <a:cxn ang="0">
                <a:pos x="connsiteX2" y="connsiteY2"/>
              </a:cxn>
              <a:cxn ang="0">
                <a:pos x="connsiteX3" y="connsiteY3"/>
              </a:cxn>
            </a:cxnLst>
            <a:rect l="l" t="t" r="r" b="b"/>
            <a:pathLst>
              <a:path w="3171870" h="3713149">
                <a:moveTo>
                  <a:pt x="0" y="0"/>
                </a:moveTo>
                <a:lnTo>
                  <a:pt x="3171870" y="0"/>
                </a:lnTo>
                <a:lnTo>
                  <a:pt x="3171870" y="3713149"/>
                </a:lnTo>
                <a:lnTo>
                  <a:pt x="0" y="3713149"/>
                </a:lnTo>
                <a:close/>
              </a:path>
            </a:pathLst>
          </a:custGeom>
        </p:spPr>
        <p:txBody>
          <a:bodyPr wrap="square">
            <a:noAutofit/>
          </a:bodyPr>
          <a:lstStyle/>
          <a:p>
            <a:endParaRPr lang="en-US"/>
          </a:p>
        </p:txBody>
      </p:sp>
      <p:sp>
        <p:nvSpPr>
          <p:cNvPr id="7" name="Freeform 17">
            <a:extLst>
              <a:ext uri="{FF2B5EF4-FFF2-40B4-BE49-F238E27FC236}">
                <a16:creationId xmlns:a16="http://schemas.microsoft.com/office/drawing/2014/main" id="{6DDC3130-A3C3-7AE6-BC41-5676558A9297}"/>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1" name="Freeform: Shape 10">
            <a:extLst>
              <a:ext uri="{FF2B5EF4-FFF2-40B4-BE49-F238E27FC236}">
                <a16:creationId xmlns:a16="http://schemas.microsoft.com/office/drawing/2014/main" id="{B09B643E-CE5D-1852-BB2C-C13807CF7F52}"/>
              </a:ext>
              <a:ext uri="{C183D7F6-B498-43B3-948B-1728B52AA6E4}">
                <adec:decorative xmlns:adec="http://schemas.microsoft.com/office/drawing/2017/decorative" val="1"/>
              </a:ext>
            </a:extLst>
          </p:cNvPr>
          <p:cNvSpPr/>
          <p:nvPr userDrawn="1"/>
        </p:nvSpPr>
        <p:spPr>
          <a:xfrm>
            <a:off x="2" y="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12" name="Freeform 17">
            <a:extLst>
              <a:ext uri="{FF2B5EF4-FFF2-40B4-BE49-F238E27FC236}">
                <a16:creationId xmlns:a16="http://schemas.microsoft.com/office/drawing/2014/main" id="{6C9DB915-08DF-0AC5-9A2A-F401116E05C8}"/>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9" name="Date Placeholder 8">
            <a:extLst>
              <a:ext uri="{FF2B5EF4-FFF2-40B4-BE49-F238E27FC236}">
                <a16:creationId xmlns:a16="http://schemas.microsoft.com/office/drawing/2014/main" id="{79D6E9F3-F603-7F3B-A0F8-9EECCC65B573}"/>
              </a:ext>
            </a:extLst>
          </p:cNvPr>
          <p:cNvSpPr>
            <a:spLocks noGrp="1"/>
          </p:cNvSpPr>
          <p:nvPr>
            <p:ph type="dt" sz="half" idx="36"/>
          </p:nvPr>
        </p:nvSpPr>
        <p:spPr/>
        <p:txBody>
          <a:bodyPr/>
          <a:lstStyle/>
          <a:p>
            <a:r>
              <a:rPr lang="en-US" altLang="zh-CN"/>
              <a:t>03/13/2025</a:t>
            </a:r>
          </a:p>
        </p:txBody>
      </p:sp>
      <p:sp>
        <p:nvSpPr>
          <p:cNvPr id="10" name="Footer Placeholder 9">
            <a:extLst>
              <a:ext uri="{FF2B5EF4-FFF2-40B4-BE49-F238E27FC236}">
                <a16:creationId xmlns:a16="http://schemas.microsoft.com/office/drawing/2014/main" id="{53F5DB2C-485D-D8D2-8C1F-E4EA8040EE7C}"/>
              </a:ext>
            </a:extLst>
          </p:cNvPr>
          <p:cNvSpPr>
            <a:spLocks noGrp="1"/>
          </p:cNvSpPr>
          <p:nvPr>
            <p:ph type="ftr" sz="quarter" idx="37"/>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55A11E9E-D44F-E555-A2BB-14D6FE777822}"/>
              </a:ext>
            </a:extLst>
          </p:cNvPr>
          <p:cNvSpPr>
            <a:spLocks noGrp="1"/>
          </p:cNvSpPr>
          <p:nvPr>
            <p:ph type="sldNum" sz="half" idx="38"/>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4794317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4-item Lists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11" name="Picture Placeholder 10">
            <a:extLst>
              <a:ext uri="{FF2B5EF4-FFF2-40B4-BE49-F238E27FC236}">
                <a16:creationId xmlns:a16="http://schemas.microsoft.com/office/drawing/2014/main" id="{E4376F32-4FB3-093D-D835-4F9E3EF02953}"/>
              </a:ext>
            </a:extLst>
          </p:cNvPr>
          <p:cNvSpPr>
            <a:spLocks noGrp="1"/>
          </p:cNvSpPr>
          <p:nvPr>
            <p:ph type="pic" sz="quarter" idx="39"/>
          </p:nvPr>
        </p:nvSpPr>
        <p:spPr>
          <a:xfrm>
            <a:off x="132233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15" name="Text Placeholder 39">
            <a:extLst>
              <a:ext uri="{FF2B5EF4-FFF2-40B4-BE49-F238E27FC236}">
                <a16:creationId xmlns:a16="http://schemas.microsoft.com/office/drawing/2014/main" id="{05A2EEB6-D088-5DC9-20BF-BFB26FA5A5AD}"/>
              </a:ext>
            </a:extLst>
          </p:cNvPr>
          <p:cNvSpPr>
            <a:spLocks noGrp="1"/>
          </p:cNvSpPr>
          <p:nvPr>
            <p:ph type="body" sz="quarter" idx="27"/>
          </p:nvPr>
        </p:nvSpPr>
        <p:spPr>
          <a:xfrm>
            <a:off x="84931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6" name="Text Placeholder 39">
            <a:extLst>
              <a:ext uri="{FF2B5EF4-FFF2-40B4-BE49-F238E27FC236}">
                <a16:creationId xmlns:a16="http://schemas.microsoft.com/office/drawing/2014/main" id="{C4EE7C5F-791A-45FB-8A87-0764EC0F7EA6}"/>
              </a:ext>
            </a:extLst>
          </p:cNvPr>
          <p:cNvSpPr>
            <a:spLocks noGrp="1"/>
          </p:cNvSpPr>
          <p:nvPr>
            <p:ph type="body" sz="quarter" idx="32"/>
          </p:nvPr>
        </p:nvSpPr>
        <p:spPr>
          <a:xfrm>
            <a:off x="844000"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2" name="Picture Placeholder 11">
            <a:extLst>
              <a:ext uri="{FF2B5EF4-FFF2-40B4-BE49-F238E27FC236}">
                <a16:creationId xmlns:a16="http://schemas.microsoft.com/office/drawing/2014/main" id="{20F278EE-C4BD-3786-017F-D093EE2465E3}"/>
              </a:ext>
            </a:extLst>
          </p:cNvPr>
          <p:cNvSpPr>
            <a:spLocks noGrp="1"/>
          </p:cNvSpPr>
          <p:nvPr>
            <p:ph type="pic" sz="quarter" idx="40"/>
          </p:nvPr>
        </p:nvSpPr>
        <p:spPr>
          <a:xfrm>
            <a:off x="4017396"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17" name="Text Placeholder 39">
            <a:extLst>
              <a:ext uri="{FF2B5EF4-FFF2-40B4-BE49-F238E27FC236}">
                <a16:creationId xmlns:a16="http://schemas.microsoft.com/office/drawing/2014/main" id="{E907BA94-FBBF-0166-CAA4-81B432510CA3}"/>
              </a:ext>
            </a:extLst>
          </p:cNvPr>
          <p:cNvSpPr>
            <a:spLocks noGrp="1"/>
          </p:cNvSpPr>
          <p:nvPr>
            <p:ph type="body" sz="quarter" idx="43"/>
          </p:nvPr>
        </p:nvSpPr>
        <p:spPr>
          <a:xfrm>
            <a:off x="3544373"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8" name="Text Placeholder 39">
            <a:extLst>
              <a:ext uri="{FF2B5EF4-FFF2-40B4-BE49-F238E27FC236}">
                <a16:creationId xmlns:a16="http://schemas.microsoft.com/office/drawing/2014/main" id="{41B9B884-D83C-E348-9F47-95210A1C58EF}"/>
              </a:ext>
            </a:extLst>
          </p:cNvPr>
          <p:cNvSpPr>
            <a:spLocks noGrp="1"/>
          </p:cNvSpPr>
          <p:nvPr>
            <p:ph type="body" sz="quarter" idx="44"/>
          </p:nvPr>
        </p:nvSpPr>
        <p:spPr>
          <a:xfrm>
            <a:off x="3544373"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3" name="Picture Placeholder 12">
            <a:extLst>
              <a:ext uri="{FF2B5EF4-FFF2-40B4-BE49-F238E27FC236}">
                <a16:creationId xmlns:a16="http://schemas.microsoft.com/office/drawing/2014/main" id="{766D4AC7-BBFA-F617-DD11-9E649A104652}"/>
              </a:ext>
            </a:extLst>
          </p:cNvPr>
          <p:cNvSpPr>
            <a:spLocks noGrp="1"/>
          </p:cNvSpPr>
          <p:nvPr>
            <p:ph type="pic" sz="quarter" idx="41"/>
          </p:nvPr>
        </p:nvSpPr>
        <p:spPr>
          <a:xfrm>
            <a:off x="6723080"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19" name="Text Placeholder 39">
            <a:extLst>
              <a:ext uri="{FF2B5EF4-FFF2-40B4-BE49-F238E27FC236}">
                <a16:creationId xmlns:a16="http://schemas.microsoft.com/office/drawing/2014/main" id="{AD702C90-A059-E7DB-144B-1C0F8614AF9B}"/>
              </a:ext>
            </a:extLst>
          </p:cNvPr>
          <p:cNvSpPr>
            <a:spLocks noGrp="1"/>
          </p:cNvSpPr>
          <p:nvPr>
            <p:ph type="body" sz="quarter" idx="45"/>
          </p:nvPr>
        </p:nvSpPr>
        <p:spPr>
          <a:xfrm>
            <a:off x="6250057"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Text Placeholder 39">
            <a:extLst>
              <a:ext uri="{FF2B5EF4-FFF2-40B4-BE49-F238E27FC236}">
                <a16:creationId xmlns:a16="http://schemas.microsoft.com/office/drawing/2014/main" id="{ED5D17F8-5B75-5980-3CDC-4B800A1D1142}"/>
              </a:ext>
            </a:extLst>
          </p:cNvPr>
          <p:cNvSpPr>
            <a:spLocks noGrp="1"/>
          </p:cNvSpPr>
          <p:nvPr>
            <p:ph type="body" sz="quarter" idx="46"/>
          </p:nvPr>
        </p:nvSpPr>
        <p:spPr>
          <a:xfrm>
            <a:off x="6250057"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4" name="Picture Placeholder 13">
            <a:extLst>
              <a:ext uri="{FF2B5EF4-FFF2-40B4-BE49-F238E27FC236}">
                <a16:creationId xmlns:a16="http://schemas.microsoft.com/office/drawing/2014/main" id="{E5520C32-89CC-39E4-5415-855B48F4B675}"/>
              </a:ext>
            </a:extLst>
          </p:cNvPr>
          <p:cNvSpPr>
            <a:spLocks noGrp="1"/>
          </p:cNvSpPr>
          <p:nvPr>
            <p:ph type="pic" sz="quarter" idx="42"/>
          </p:nvPr>
        </p:nvSpPr>
        <p:spPr>
          <a:xfrm>
            <a:off x="9428764" y="2092306"/>
            <a:ext cx="1446212" cy="1446213"/>
          </a:xfrm>
          <a:custGeom>
            <a:avLst/>
            <a:gdLst>
              <a:gd name="connsiteX0" fmla="*/ 722009 w 1446212"/>
              <a:gd name="connsiteY0" fmla="*/ 0 h 1446213"/>
              <a:gd name="connsiteX1" fmla="*/ 724204 w 1446212"/>
              <a:gd name="connsiteY1" fmla="*/ 0 h 1446213"/>
              <a:gd name="connsiteX2" fmla="*/ 1446212 w 1446212"/>
              <a:gd name="connsiteY2" fmla="*/ 722008 h 1446213"/>
              <a:gd name="connsiteX3" fmla="*/ 1446212 w 1446212"/>
              <a:gd name="connsiteY3" fmla="*/ 724205 h 1446213"/>
              <a:gd name="connsiteX4" fmla="*/ 724204 w 1446212"/>
              <a:gd name="connsiteY4" fmla="*/ 1446213 h 1446213"/>
              <a:gd name="connsiteX5" fmla="*/ 722009 w 1446212"/>
              <a:gd name="connsiteY5" fmla="*/ 1446213 h 1446213"/>
              <a:gd name="connsiteX6" fmla="*/ 0 w 1446212"/>
              <a:gd name="connsiteY6" fmla="*/ 724204 h 1446213"/>
              <a:gd name="connsiteX7" fmla="*/ 0 w 1446212"/>
              <a:gd name="connsiteY7" fmla="*/ 722009 h 144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46212" h="1446213">
                <a:moveTo>
                  <a:pt x="722009" y="0"/>
                </a:moveTo>
                <a:lnTo>
                  <a:pt x="724204" y="0"/>
                </a:lnTo>
                <a:lnTo>
                  <a:pt x="1446212" y="722008"/>
                </a:lnTo>
                <a:lnTo>
                  <a:pt x="1446212" y="724205"/>
                </a:lnTo>
                <a:lnTo>
                  <a:pt x="724204" y="1446213"/>
                </a:lnTo>
                <a:lnTo>
                  <a:pt x="722009" y="1446213"/>
                </a:lnTo>
                <a:lnTo>
                  <a:pt x="0" y="724204"/>
                </a:lnTo>
                <a:lnTo>
                  <a:pt x="0" y="722009"/>
                </a:lnTo>
                <a:close/>
              </a:path>
            </a:pathLst>
          </a:custGeom>
        </p:spPr>
        <p:txBody>
          <a:bodyPr wrap="square">
            <a:noAutofit/>
          </a:bodyPr>
          <a:lstStyle/>
          <a:p>
            <a:endParaRPr lang="en-US"/>
          </a:p>
        </p:txBody>
      </p:sp>
      <p:sp>
        <p:nvSpPr>
          <p:cNvPr id="22" name="Text Placeholder 39">
            <a:extLst>
              <a:ext uri="{FF2B5EF4-FFF2-40B4-BE49-F238E27FC236}">
                <a16:creationId xmlns:a16="http://schemas.microsoft.com/office/drawing/2014/main" id="{64E5BA67-245A-910F-EAEA-9B164985426F}"/>
              </a:ext>
            </a:extLst>
          </p:cNvPr>
          <p:cNvSpPr>
            <a:spLocks noGrp="1"/>
          </p:cNvSpPr>
          <p:nvPr>
            <p:ph type="body" sz="quarter" idx="48"/>
          </p:nvPr>
        </p:nvSpPr>
        <p:spPr>
          <a:xfrm>
            <a:off x="895574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1" name="Text Placeholder 39">
            <a:extLst>
              <a:ext uri="{FF2B5EF4-FFF2-40B4-BE49-F238E27FC236}">
                <a16:creationId xmlns:a16="http://schemas.microsoft.com/office/drawing/2014/main" id="{51F6A6FF-8374-DF50-94EF-3C86220F1035}"/>
              </a:ext>
            </a:extLst>
          </p:cNvPr>
          <p:cNvSpPr>
            <a:spLocks noGrp="1"/>
          </p:cNvSpPr>
          <p:nvPr>
            <p:ph type="body" sz="quarter" idx="47"/>
          </p:nvPr>
        </p:nvSpPr>
        <p:spPr>
          <a:xfrm>
            <a:off x="8955741"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5" name="Freeform 10">
            <a:extLst>
              <a:ext uri="{FF2B5EF4-FFF2-40B4-BE49-F238E27FC236}">
                <a16:creationId xmlns:a16="http://schemas.microsoft.com/office/drawing/2014/main" id="{677315A8-46EF-5456-554B-CFD019DDB16C}"/>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9265D351-7CFF-ACCB-1499-5251773F349C}"/>
              </a:ext>
            </a:extLst>
          </p:cNvPr>
          <p:cNvSpPr>
            <a:spLocks noGrp="1"/>
          </p:cNvSpPr>
          <p:nvPr>
            <p:ph type="dt" sz="half" idx="49"/>
          </p:nvPr>
        </p:nvSpPr>
        <p:spPr/>
        <p:txBody>
          <a:bodyPr/>
          <a:lstStyle/>
          <a:p>
            <a:r>
              <a:rPr lang="en-US" altLang="zh-CN"/>
              <a:t>03/13/2025</a:t>
            </a:r>
          </a:p>
        </p:txBody>
      </p:sp>
      <p:sp>
        <p:nvSpPr>
          <p:cNvPr id="9" name="Footer Placeholder 8">
            <a:extLst>
              <a:ext uri="{FF2B5EF4-FFF2-40B4-BE49-F238E27FC236}">
                <a16:creationId xmlns:a16="http://schemas.microsoft.com/office/drawing/2014/main" id="{BC49C9E8-1A47-560D-4929-E524B64445A3}"/>
              </a:ext>
            </a:extLst>
          </p:cNvPr>
          <p:cNvSpPr>
            <a:spLocks noGrp="1"/>
          </p:cNvSpPr>
          <p:nvPr>
            <p:ph type="ftr" sz="quarter" idx="50"/>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3243AEA6-B1A4-1C35-904B-AE7DA7C24494}"/>
              </a:ext>
            </a:extLst>
          </p:cNvPr>
          <p:cNvSpPr>
            <a:spLocks noGrp="1"/>
          </p:cNvSpPr>
          <p:nvPr>
            <p:ph type="sldNum" sz="half" idx="51"/>
          </p:nvPr>
        </p:nvSpPr>
        <p:spPr/>
        <p:txBody>
          <a:bodyPr/>
          <a:lstStyle/>
          <a:p>
            <a:fld id="{64D095EA-18D5-4754-B677-EAAE710458D2}" type="slidenum">
              <a:rPr lang="en-US" altLang="zh-CN" smtClean="0"/>
              <a:pPr/>
              <a:t>‹#›</a:t>
            </a:fld>
            <a:endParaRPr lang="en-US" altLang="zh-CN"/>
          </a:p>
        </p:txBody>
      </p:sp>
      <p:sp>
        <p:nvSpPr>
          <p:cNvPr id="6" name="Freeform 10">
            <a:extLst>
              <a:ext uri="{FF2B5EF4-FFF2-40B4-BE49-F238E27FC236}">
                <a16:creationId xmlns:a16="http://schemas.microsoft.com/office/drawing/2014/main" id="{38F4515C-99B9-2D48-1FDB-724091897AE4}"/>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Tree>
    <p:extLst>
      <p:ext uri="{BB962C8B-B14F-4D97-AF65-F5344CB8AC3E}">
        <p14:creationId xmlns:p14="http://schemas.microsoft.com/office/powerpoint/2010/main" val="12319719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4-item Lists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baseline="0"/>
            </a:lvl1pPr>
          </a:lstStyle>
          <a:p>
            <a:r>
              <a:rPr lang="en-US"/>
              <a:t>Click to edit Master title style</a:t>
            </a:r>
          </a:p>
        </p:txBody>
      </p:sp>
      <p:sp>
        <p:nvSpPr>
          <p:cNvPr id="22" name="Rectangle 21">
            <a:extLst>
              <a:ext uri="{FF2B5EF4-FFF2-40B4-BE49-F238E27FC236}">
                <a16:creationId xmlns:a16="http://schemas.microsoft.com/office/drawing/2014/main" id="{D04B793B-FE1B-6285-CB8E-8986809C3F45}"/>
              </a:ext>
              <a:ext uri="{C183D7F6-B498-43B3-948B-1728B52AA6E4}">
                <adec:decorative xmlns:adec="http://schemas.microsoft.com/office/drawing/2017/decorative" val="1"/>
              </a:ext>
            </a:extLst>
          </p:cNvPr>
          <p:cNvSpPr/>
          <p:nvPr userDrawn="1"/>
        </p:nvSpPr>
        <p:spPr>
          <a:xfrm rot="2700000">
            <a:off x="1595440" y="2342604"/>
            <a:ext cx="900000"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Text Placeholder 22">
            <a:extLst>
              <a:ext uri="{FF2B5EF4-FFF2-40B4-BE49-F238E27FC236}">
                <a16:creationId xmlns:a16="http://schemas.microsoft.com/office/drawing/2014/main" id="{AE8A8674-6A2C-78A3-885D-55C088B06985}"/>
              </a:ext>
            </a:extLst>
          </p:cNvPr>
          <p:cNvSpPr>
            <a:spLocks noGrp="1"/>
          </p:cNvSpPr>
          <p:nvPr>
            <p:ph type="body" sz="quarter" idx="53" hasCustomPrompt="1"/>
          </p:nvPr>
        </p:nvSpPr>
        <p:spPr>
          <a:xfrm>
            <a:off x="1775855" y="2555875"/>
            <a:ext cx="538162" cy="471988"/>
          </a:xfrm>
        </p:spPr>
        <p:txBody>
          <a:bodyPr lIns="0" tIns="0" rIns="0" bIns="0" anchor="ctr">
            <a:noAutofit/>
          </a:bodyPr>
          <a:lstStyle>
            <a:lvl1pPr marL="0" indent="0" algn="ctr">
              <a:lnSpc>
                <a:spcPct val="100000"/>
              </a:lnSpc>
              <a:spcBef>
                <a:spcPts val="0"/>
              </a:spcBef>
              <a:buNone/>
              <a:defRPr sz="2000" b="1" baseline="0"/>
            </a:lvl1pPr>
          </a:lstStyle>
          <a:p>
            <a:pPr lvl="0"/>
            <a:r>
              <a:rPr lang="en-US"/>
              <a:t>01</a:t>
            </a:r>
          </a:p>
        </p:txBody>
      </p:sp>
      <p:sp>
        <p:nvSpPr>
          <p:cNvPr id="11" name="Text Placeholder 39">
            <a:extLst>
              <a:ext uri="{FF2B5EF4-FFF2-40B4-BE49-F238E27FC236}">
                <a16:creationId xmlns:a16="http://schemas.microsoft.com/office/drawing/2014/main" id="{E43A858A-91C9-3821-CE0E-B8560BABAAD0}"/>
              </a:ext>
            </a:extLst>
          </p:cNvPr>
          <p:cNvSpPr>
            <a:spLocks noGrp="1"/>
          </p:cNvSpPr>
          <p:nvPr>
            <p:ph type="body" sz="quarter" idx="27"/>
          </p:nvPr>
        </p:nvSpPr>
        <p:spPr>
          <a:xfrm>
            <a:off x="84931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2" name="Text Placeholder 39">
            <a:extLst>
              <a:ext uri="{FF2B5EF4-FFF2-40B4-BE49-F238E27FC236}">
                <a16:creationId xmlns:a16="http://schemas.microsoft.com/office/drawing/2014/main" id="{9CAF2C49-1346-8F16-115B-B7FF24FBBC29}"/>
              </a:ext>
            </a:extLst>
          </p:cNvPr>
          <p:cNvSpPr>
            <a:spLocks noGrp="1"/>
          </p:cNvSpPr>
          <p:nvPr>
            <p:ph type="body" sz="quarter" idx="32"/>
          </p:nvPr>
        </p:nvSpPr>
        <p:spPr>
          <a:xfrm>
            <a:off x="844000"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1" name="Rectangle 20">
            <a:extLst>
              <a:ext uri="{FF2B5EF4-FFF2-40B4-BE49-F238E27FC236}">
                <a16:creationId xmlns:a16="http://schemas.microsoft.com/office/drawing/2014/main" id="{7E9EF5B5-8530-E4D6-CF9A-48AD966AEC43}"/>
              </a:ext>
              <a:ext uri="{C183D7F6-B498-43B3-948B-1728B52AA6E4}">
                <adec:decorative xmlns:adec="http://schemas.microsoft.com/office/drawing/2017/decorative" val="1"/>
              </a:ext>
            </a:extLst>
          </p:cNvPr>
          <p:cNvSpPr/>
          <p:nvPr userDrawn="1"/>
        </p:nvSpPr>
        <p:spPr>
          <a:xfrm rot="2700000">
            <a:off x="4290502" y="2342604"/>
            <a:ext cx="900000"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2">
            <a:extLst>
              <a:ext uri="{FF2B5EF4-FFF2-40B4-BE49-F238E27FC236}">
                <a16:creationId xmlns:a16="http://schemas.microsoft.com/office/drawing/2014/main" id="{9E3CF133-5941-82E8-E04A-DA0824EBD0E3}"/>
              </a:ext>
            </a:extLst>
          </p:cNvPr>
          <p:cNvSpPr>
            <a:spLocks noGrp="1"/>
          </p:cNvSpPr>
          <p:nvPr>
            <p:ph type="body" sz="quarter" idx="54" hasCustomPrompt="1"/>
          </p:nvPr>
        </p:nvSpPr>
        <p:spPr>
          <a:xfrm>
            <a:off x="4471925" y="2555875"/>
            <a:ext cx="538162" cy="471988"/>
          </a:xfrm>
        </p:spPr>
        <p:txBody>
          <a:bodyPr lIns="0" tIns="0" rIns="0" bIns="0" anchor="ctr">
            <a:noAutofit/>
          </a:bodyPr>
          <a:lstStyle>
            <a:lvl1pPr marL="0" indent="0" algn="ctr">
              <a:lnSpc>
                <a:spcPct val="100000"/>
              </a:lnSpc>
              <a:spcBef>
                <a:spcPts val="0"/>
              </a:spcBef>
              <a:buNone/>
              <a:defRPr sz="2000" b="1"/>
            </a:lvl1pPr>
          </a:lstStyle>
          <a:p>
            <a:pPr lvl="0"/>
            <a:r>
              <a:rPr lang="en-US"/>
              <a:t>02</a:t>
            </a:r>
          </a:p>
        </p:txBody>
      </p:sp>
      <p:sp>
        <p:nvSpPr>
          <p:cNvPr id="13" name="Text Placeholder 39">
            <a:extLst>
              <a:ext uri="{FF2B5EF4-FFF2-40B4-BE49-F238E27FC236}">
                <a16:creationId xmlns:a16="http://schemas.microsoft.com/office/drawing/2014/main" id="{45B3CBFA-E3D3-AC2E-B510-A3E509B0C78B}"/>
              </a:ext>
            </a:extLst>
          </p:cNvPr>
          <p:cNvSpPr>
            <a:spLocks noGrp="1"/>
          </p:cNvSpPr>
          <p:nvPr>
            <p:ph type="body" sz="quarter" idx="43"/>
          </p:nvPr>
        </p:nvSpPr>
        <p:spPr>
          <a:xfrm>
            <a:off x="3544373"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4" name="Text Placeholder 39">
            <a:extLst>
              <a:ext uri="{FF2B5EF4-FFF2-40B4-BE49-F238E27FC236}">
                <a16:creationId xmlns:a16="http://schemas.microsoft.com/office/drawing/2014/main" id="{C4A03FA8-A059-D38F-9876-666DD0ECB57C}"/>
              </a:ext>
            </a:extLst>
          </p:cNvPr>
          <p:cNvSpPr>
            <a:spLocks noGrp="1"/>
          </p:cNvSpPr>
          <p:nvPr>
            <p:ph type="body" sz="quarter" idx="44"/>
          </p:nvPr>
        </p:nvSpPr>
        <p:spPr>
          <a:xfrm>
            <a:off x="3544373" y="4772803"/>
            <a:ext cx="2386947" cy="1109791"/>
          </a:xfrm>
        </p:spPr>
        <p:txBody>
          <a:bodyPr lIns="0" tIns="0" rIns="0" bIns="0" anchor="t">
            <a:noAutofit/>
          </a:bodyPr>
          <a:lstStyle>
            <a:lvl1pPr marL="0" indent="0" algn="ctr">
              <a:lnSpc>
                <a:spcPct val="120000"/>
              </a:lnSpc>
              <a:spcBef>
                <a:spcPts val="0"/>
              </a:spcBef>
              <a:buNone/>
              <a:defRPr sz="1400" b="0" baseline="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9" name="Rectangle 18">
            <a:extLst>
              <a:ext uri="{FF2B5EF4-FFF2-40B4-BE49-F238E27FC236}">
                <a16:creationId xmlns:a16="http://schemas.microsoft.com/office/drawing/2014/main" id="{A9CA5883-1BC2-4117-EA02-EC8AD2250CF4}"/>
              </a:ext>
              <a:ext uri="{C183D7F6-B498-43B3-948B-1728B52AA6E4}">
                <adec:decorative xmlns:adec="http://schemas.microsoft.com/office/drawing/2017/decorative" val="1"/>
              </a:ext>
            </a:extLst>
          </p:cNvPr>
          <p:cNvSpPr/>
          <p:nvPr userDrawn="1"/>
        </p:nvSpPr>
        <p:spPr>
          <a:xfrm rot="2700000">
            <a:off x="6996186" y="2342604"/>
            <a:ext cx="900000"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 Placeholder 22">
            <a:extLst>
              <a:ext uri="{FF2B5EF4-FFF2-40B4-BE49-F238E27FC236}">
                <a16:creationId xmlns:a16="http://schemas.microsoft.com/office/drawing/2014/main" id="{E026FB72-13D2-A672-8054-B2DD723FDAFC}"/>
              </a:ext>
            </a:extLst>
          </p:cNvPr>
          <p:cNvSpPr>
            <a:spLocks noGrp="1"/>
          </p:cNvSpPr>
          <p:nvPr>
            <p:ph type="body" sz="quarter" idx="55" hasCustomPrompt="1"/>
          </p:nvPr>
        </p:nvSpPr>
        <p:spPr>
          <a:xfrm>
            <a:off x="7177609" y="2555875"/>
            <a:ext cx="538162" cy="471988"/>
          </a:xfrm>
        </p:spPr>
        <p:txBody>
          <a:bodyPr lIns="0" tIns="0" rIns="0" bIns="0" anchor="ctr">
            <a:noAutofit/>
          </a:bodyPr>
          <a:lstStyle>
            <a:lvl1pPr marL="0" indent="0" algn="ctr">
              <a:lnSpc>
                <a:spcPct val="100000"/>
              </a:lnSpc>
              <a:spcBef>
                <a:spcPts val="0"/>
              </a:spcBef>
              <a:buNone/>
              <a:defRPr sz="2000" b="1"/>
            </a:lvl1pPr>
          </a:lstStyle>
          <a:p>
            <a:pPr lvl="0"/>
            <a:r>
              <a:rPr lang="en-US"/>
              <a:t>03</a:t>
            </a:r>
          </a:p>
        </p:txBody>
      </p:sp>
      <p:sp>
        <p:nvSpPr>
          <p:cNvPr id="15" name="Text Placeholder 39">
            <a:extLst>
              <a:ext uri="{FF2B5EF4-FFF2-40B4-BE49-F238E27FC236}">
                <a16:creationId xmlns:a16="http://schemas.microsoft.com/office/drawing/2014/main" id="{7E338EE7-1C29-9EB1-7D4B-BE14FF1EF552}"/>
              </a:ext>
            </a:extLst>
          </p:cNvPr>
          <p:cNvSpPr>
            <a:spLocks noGrp="1"/>
          </p:cNvSpPr>
          <p:nvPr>
            <p:ph type="body" sz="quarter" idx="45"/>
          </p:nvPr>
        </p:nvSpPr>
        <p:spPr>
          <a:xfrm>
            <a:off x="6250057"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6" name="Text Placeholder 39">
            <a:extLst>
              <a:ext uri="{FF2B5EF4-FFF2-40B4-BE49-F238E27FC236}">
                <a16:creationId xmlns:a16="http://schemas.microsoft.com/office/drawing/2014/main" id="{1A88B820-9E83-5831-8899-B32462660AF2}"/>
              </a:ext>
            </a:extLst>
          </p:cNvPr>
          <p:cNvSpPr>
            <a:spLocks noGrp="1"/>
          </p:cNvSpPr>
          <p:nvPr>
            <p:ph type="body" sz="quarter" idx="46"/>
          </p:nvPr>
        </p:nvSpPr>
        <p:spPr>
          <a:xfrm>
            <a:off x="6250057"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20" name="Rectangle 19">
            <a:extLst>
              <a:ext uri="{FF2B5EF4-FFF2-40B4-BE49-F238E27FC236}">
                <a16:creationId xmlns:a16="http://schemas.microsoft.com/office/drawing/2014/main" id="{C0D94238-F4ED-1581-5C30-F99B2DD3BE6E}"/>
              </a:ext>
              <a:ext uri="{C183D7F6-B498-43B3-948B-1728B52AA6E4}">
                <adec:decorative xmlns:adec="http://schemas.microsoft.com/office/drawing/2017/decorative" val="1"/>
              </a:ext>
            </a:extLst>
          </p:cNvPr>
          <p:cNvSpPr/>
          <p:nvPr userDrawn="1"/>
        </p:nvSpPr>
        <p:spPr>
          <a:xfrm rot="2700000">
            <a:off x="9701870" y="2342604"/>
            <a:ext cx="900000" cy="900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 Placeholder 22">
            <a:extLst>
              <a:ext uri="{FF2B5EF4-FFF2-40B4-BE49-F238E27FC236}">
                <a16:creationId xmlns:a16="http://schemas.microsoft.com/office/drawing/2014/main" id="{A8172AFA-E7F1-B55A-76C1-51D31BBCF2DA}"/>
              </a:ext>
            </a:extLst>
          </p:cNvPr>
          <p:cNvSpPr>
            <a:spLocks noGrp="1"/>
          </p:cNvSpPr>
          <p:nvPr>
            <p:ph type="body" sz="quarter" idx="56" hasCustomPrompt="1"/>
          </p:nvPr>
        </p:nvSpPr>
        <p:spPr>
          <a:xfrm>
            <a:off x="9883293" y="2555875"/>
            <a:ext cx="538162" cy="471988"/>
          </a:xfrm>
        </p:spPr>
        <p:txBody>
          <a:bodyPr lIns="0" tIns="0" rIns="0" bIns="0" anchor="ctr">
            <a:noAutofit/>
          </a:bodyPr>
          <a:lstStyle>
            <a:lvl1pPr marL="0" indent="0" algn="ctr">
              <a:lnSpc>
                <a:spcPct val="100000"/>
              </a:lnSpc>
              <a:spcBef>
                <a:spcPts val="0"/>
              </a:spcBef>
              <a:buNone/>
              <a:defRPr sz="2000" b="1"/>
            </a:lvl1pPr>
          </a:lstStyle>
          <a:p>
            <a:pPr lvl="0"/>
            <a:r>
              <a:rPr lang="en-US"/>
              <a:t>04</a:t>
            </a:r>
          </a:p>
        </p:txBody>
      </p:sp>
      <p:sp>
        <p:nvSpPr>
          <p:cNvPr id="18" name="Text Placeholder 39">
            <a:extLst>
              <a:ext uri="{FF2B5EF4-FFF2-40B4-BE49-F238E27FC236}">
                <a16:creationId xmlns:a16="http://schemas.microsoft.com/office/drawing/2014/main" id="{742CB665-6EEC-FF01-F8B6-BFDD82A1C9B1}"/>
              </a:ext>
            </a:extLst>
          </p:cNvPr>
          <p:cNvSpPr>
            <a:spLocks noGrp="1"/>
          </p:cNvSpPr>
          <p:nvPr>
            <p:ph type="body" sz="quarter" idx="48"/>
          </p:nvPr>
        </p:nvSpPr>
        <p:spPr>
          <a:xfrm>
            <a:off x="8955741" y="3605138"/>
            <a:ext cx="2392258" cy="1099928"/>
          </a:xfrm>
        </p:spPr>
        <p:txBody>
          <a:bodyPr lIns="0" tIns="0" rIns="0" bIns="0" anchor="ctr">
            <a:noAutofit/>
          </a:bodyPr>
          <a:lstStyle>
            <a:lvl1pPr marL="0" indent="0" algn="ctr">
              <a:lnSpc>
                <a:spcPct val="100000"/>
              </a:lnSpc>
              <a:spcBef>
                <a:spcPts val="0"/>
              </a:spcBef>
              <a:buNone/>
              <a:defRPr sz="1800" b="0" baseline="0">
                <a:latin typeface="+mj-lt"/>
                <a:ea typeface="+mj-ea"/>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17" name="Text Placeholder 39">
            <a:extLst>
              <a:ext uri="{FF2B5EF4-FFF2-40B4-BE49-F238E27FC236}">
                <a16:creationId xmlns:a16="http://schemas.microsoft.com/office/drawing/2014/main" id="{A0C05F80-E7A7-974F-11AE-37CA12917E41}"/>
              </a:ext>
            </a:extLst>
          </p:cNvPr>
          <p:cNvSpPr>
            <a:spLocks noGrp="1"/>
          </p:cNvSpPr>
          <p:nvPr>
            <p:ph type="body" sz="quarter" idx="47"/>
          </p:nvPr>
        </p:nvSpPr>
        <p:spPr>
          <a:xfrm>
            <a:off x="8955741" y="4772803"/>
            <a:ext cx="2386947" cy="1109791"/>
          </a:xfrm>
        </p:spPr>
        <p:txBody>
          <a:bodyPr lIns="0" tIns="0" rIns="0" bIns="0" anchor="t">
            <a:noAutofit/>
          </a:bodyPr>
          <a:lstStyle>
            <a:lvl1pPr marL="0" indent="0" algn="ctr">
              <a:lnSpc>
                <a:spcPct val="120000"/>
              </a:lnSpc>
              <a:spcBef>
                <a:spcPts val="0"/>
              </a:spcBef>
              <a:buNone/>
              <a:defRPr sz="1400" b="0">
                <a:latin typeface="+mn-lt"/>
              </a:defRPr>
            </a:lvl1pPr>
            <a:lvl2pPr marL="0" indent="0">
              <a:lnSpc>
                <a:spcPct val="100000"/>
              </a:lnSpc>
              <a:spcBef>
                <a:spcPts val="0"/>
              </a:spcBef>
              <a:defRPr sz="1800" b="1"/>
            </a:lvl2pPr>
            <a:lvl3pPr marL="0" indent="0">
              <a:lnSpc>
                <a:spcPct val="100000"/>
              </a:lnSpc>
              <a:spcBef>
                <a:spcPts val="0"/>
              </a:spcBef>
              <a:defRPr sz="1800" b="1"/>
            </a:lvl3pPr>
            <a:lvl4pPr marL="0" indent="0">
              <a:lnSpc>
                <a:spcPct val="100000"/>
              </a:lnSpc>
              <a:spcBef>
                <a:spcPts val="0"/>
              </a:spcBef>
              <a:defRPr sz="1800" b="1"/>
            </a:lvl4pPr>
            <a:lvl5pPr marL="0" indent="0">
              <a:lnSpc>
                <a:spcPct val="100000"/>
              </a:lnSpc>
              <a:spcBef>
                <a:spcPts val="0"/>
              </a:spcBef>
              <a:defRPr sz="1800" b="1"/>
            </a:lvl5pPr>
          </a:lstStyle>
          <a:p>
            <a:pPr lvl="0"/>
            <a:r>
              <a:rPr lang="en-US"/>
              <a:t>Click to edit Master text styles</a:t>
            </a:r>
          </a:p>
        </p:txBody>
      </p:sp>
      <p:sp>
        <p:nvSpPr>
          <p:cNvPr id="4" name="Freeform 10">
            <a:extLst>
              <a:ext uri="{FF2B5EF4-FFF2-40B4-BE49-F238E27FC236}">
                <a16:creationId xmlns:a16="http://schemas.microsoft.com/office/drawing/2014/main" id="{A92033DA-CD7B-15DF-86F6-0E2B9CC1BDDB}"/>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42BBB4F4-DBE8-A871-F021-41C278F66673}"/>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CF3B934A-5E56-386C-D8A1-F89B47535235}"/>
              </a:ext>
            </a:extLst>
          </p:cNvPr>
          <p:cNvSpPr>
            <a:spLocks noGrp="1"/>
          </p:cNvSpPr>
          <p:nvPr>
            <p:ph type="dt" sz="half" idx="57"/>
          </p:nvPr>
        </p:nvSpPr>
        <p:spPr/>
        <p:txBody>
          <a:bodyPr/>
          <a:lstStyle/>
          <a:p>
            <a:r>
              <a:rPr lang="en-US" altLang="zh-CN"/>
              <a:t>03/13/2025</a:t>
            </a:r>
          </a:p>
        </p:txBody>
      </p:sp>
      <p:sp>
        <p:nvSpPr>
          <p:cNvPr id="9" name="Footer Placeholder 8">
            <a:extLst>
              <a:ext uri="{FF2B5EF4-FFF2-40B4-BE49-F238E27FC236}">
                <a16:creationId xmlns:a16="http://schemas.microsoft.com/office/drawing/2014/main" id="{A01DED24-163D-B65F-BE20-40E3E89BA187}"/>
              </a:ext>
            </a:extLst>
          </p:cNvPr>
          <p:cNvSpPr>
            <a:spLocks noGrp="1"/>
          </p:cNvSpPr>
          <p:nvPr>
            <p:ph type="ftr" sz="quarter" idx="58"/>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94EC2C11-1B85-1A51-4D3C-613DDEF59E4C}"/>
              </a:ext>
            </a:extLst>
          </p:cNvPr>
          <p:cNvSpPr>
            <a:spLocks noGrp="1"/>
          </p:cNvSpPr>
          <p:nvPr>
            <p:ph type="sldNum" sz="half" idx="59"/>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6981638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1" y="831919"/>
            <a:ext cx="10504000" cy="528186"/>
          </a:xfrm>
        </p:spPr>
        <p:txBody>
          <a:bodyPr lIns="0" tIns="0" rIns="0" bIns="0" anchor="ctr">
            <a:noAutofit/>
          </a:bodyPr>
          <a:lstStyle>
            <a:lvl1pPr>
              <a:defRPr sz="2400" b="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44000" y="1474839"/>
            <a:ext cx="10504000" cy="4551241"/>
          </a:xfrm>
        </p:spPr>
        <p:txBody>
          <a:bodyPr lIns="0" tIns="0" rIns="0" bIns="0">
            <a:noAutofit/>
          </a:bodyPr>
          <a:lstStyle>
            <a:lvl1pPr marL="0" indent="0">
              <a:buFont typeface="Arial" panose="020B0604020202020204" pitchFamily="34" charse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0">
            <a:extLst>
              <a:ext uri="{FF2B5EF4-FFF2-40B4-BE49-F238E27FC236}">
                <a16:creationId xmlns:a16="http://schemas.microsoft.com/office/drawing/2014/main" id="{E7076EBE-8B9B-D80E-9D47-670E9B0CEEBC}"/>
              </a:ext>
              <a:ext uri="{C183D7F6-B498-43B3-948B-1728B52AA6E4}">
                <adec:decorative xmlns:adec="http://schemas.microsoft.com/office/drawing/2017/decorative" val="1"/>
              </a:ext>
            </a:extLst>
          </p:cNvPr>
          <p:cNvSpPr/>
          <p:nvPr userDrawn="1"/>
        </p:nvSpPr>
        <p:spPr>
          <a:xfrm>
            <a:off x="10927775" y="613410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4E827913-4E68-200E-74E6-BA627AD330B7}"/>
              </a:ext>
              <a:ext uri="{C183D7F6-B498-43B3-948B-1728B52AA6E4}">
                <adec:decorative xmlns:adec="http://schemas.microsoft.com/office/drawing/2017/decorative" val="1"/>
              </a:ext>
            </a:extLst>
          </p:cNvPr>
          <p:cNvSpPr/>
          <p:nvPr userDrawn="1"/>
        </p:nvSpPr>
        <p:spPr>
          <a:xfrm>
            <a:off x="0" y="-7294"/>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1287268E-5E3E-2AD7-B2AC-3E79A405DDBE}"/>
              </a:ext>
            </a:extLst>
          </p:cNvPr>
          <p:cNvSpPr>
            <a:spLocks noGrp="1"/>
          </p:cNvSpPr>
          <p:nvPr>
            <p:ph type="dt" sz="half" idx="10"/>
          </p:nvPr>
        </p:nvSpPr>
        <p:spPr/>
        <p:txBody>
          <a:bodyPr/>
          <a:lstStyle/>
          <a:p>
            <a:r>
              <a:rPr lang="en-US" altLang="zh-CN"/>
              <a:t>03/13/2025</a:t>
            </a:r>
          </a:p>
        </p:txBody>
      </p:sp>
      <p:sp>
        <p:nvSpPr>
          <p:cNvPr id="5" name="Footer Placeholder 4">
            <a:extLst>
              <a:ext uri="{FF2B5EF4-FFF2-40B4-BE49-F238E27FC236}">
                <a16:creationId xmlns:a16="http://schemas.microsoft.com/office/drawing/2014/main" id="{34BFE119-0E16-F9DF-FDDF-999CD986B73D}"/>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AEE75046-A216-B975-2CE2-CAC7ADC2F49E}"/>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9900955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lIns="0" tIns="0" rIns="0" bIns="0" anchor="ctr">
            <a:normAutofit/>
          </a:bodyPr>
          <a:lstStyle>
            <a:lvl1pPr>
              <a:defRPr sz="2400" b="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6123818"/>
          </a:xfrm>
        </p:spPr>
        <p:txBody>
          <a:bodyPr lIns="0" tIns="0" rIns="0" bIns="0">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4F5E03-29BB-BE4A-E176-199F574D4588}"/>
              </a:ext>
            </a:extLst>
          </p:cNvPr>
          <p:cNvSpPr>
            <a:spLocks noGrp="1"/>
          </p:cNvSpPr>
          <p:nvPr>
            <p:ph type="dt" sz="half" idx="10"/>
          </p:nvPr>
        </p:nvSpPr>
        <p:spPr/>
        <p:txBody>
          <a:bodyPr/>
          <a:lstStyle/>
          <a:p>
            <a:r>
              <a:rPr lang="en-US" altLang="zh-CN"/>
              <a:t>03/13/2025</a:t>
            </a:r>
          </a:p>
        </p:txBody>
      </p:sp>
      <p:sp>
        <p:nvSpPr>
          <p:cNvPr id="5" name="Footer Placeholder 4">
            <a:extLst>
              <a:ext uri="{FF2B5EF4-FFF2-40B4-BE49-F238E27FC236}">
                <a16:creationId xmlns:a16="http://schemas.microsoft.com/office/drawing/2014/main" id="{B900FA5B-BE86-69EC-2B18-32D177B8C260}"/>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ACBA68EB-985E-2769-ED1E-68DF9609ABEE}"/>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8551303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8"/>
            <a:ext cx="10504000" cy="848979"/>
          </a:xfrm>
        </p:spPr>
        <p:txBody>
          <a:bodyPr lIns="0" tIns="0" rIns="0" bIns="0"/>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844000" y="1945532"/>
            <a:ext cx="10504000" cy="4080548"/>
          </a:xfrm>
        </p:spPr>
        <p:txBody>
          <a:bodyPr lIns="0" tIns="0" rIns="0" bIns="0">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Shape 6">
            <a:extLst>
              <a:ext uri="{FF2B5EF4-FFF2-40B4-BE49-F238E27FC236}">
                <a16:creationId xmlns:a16="http://schemas.microsoft.com/office/drawing/2014/main" id="{AEE4976D-B589-0C31-E7E9-4482138CF801}"/>
              </a:ext>
              <a:ext uri="{C183D7F6-B498-43B3-948B-1728B52AA6E4}">
                <adec:decorative xmlns:adec="http://schemas.microsoft.com/office/drawing/2017/decorative" val="1"/>
              </a:ext>
            </a:extLst>
          </p:cNvPr>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8" name="Freeform 17">
            <a:extLst>
              <a:ext uri="{FF2B5EF4-FFF2-40B4-BE49-F238E27FC236}">
                <a16:creationId xmlns:a16="http://schemas.microsoft.com/office/drawing/2014/main" id="{69F5D76E-8F7F-EBB8-F6C2-59CB707B8E78}"/>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r>
              <a:rPr lang="en-US" altLang="zh-CN" dirty="0"/>
              <a:t>03/13/2025</a:t>
            </a:r>
            <a:fld id="{990E4242-8CA0-457D-B3B1-7D78B4164321}" type="datetime1">
              <a:rPr lang="en-US" smtClean="0"/>
              <a:t>4/14/2025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
        <p:nvSpPr>
          <p:cNvPr id="10" name="Freeform 10">
            <a:extLst>
              <a:ext uri="{FF2B5EF4-FFF2-40B4-BE49-F238E27FC236}">
                <a16:creationId xmlns:a16="http://schemas.microsoft.com/office/drawing/2014/main" id="{1A527B57-46D4-DC53-E28F-8A420C84F537}"/>
              </a:ext>
              <a:ext uri="{C183D7F6-B498-43B3-948B-1728B52AA6E4}">
                <adec:decorative xmlns:adec="http://schemas.microsoft.com/office/drawing/2017/decorative" val="1"/>
              </a:ext>
            </a:extLst>
          </p:cNvPr>
          <p:cNvSpPr/>
          <p:nvPr userDrawn="1"/>
        </p:nvSpPr>
        <p:spPr>
          <a:xfrm>
            <a:off x="10927775" y="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Tree>
    <p:extLst>
      <p:ext uri="{BB962C8B-B14F-4D97-AF65-F5344CB8AC3E}">
        <p14:creationId xmlns:p14="http://schemas.microsoft.com/office/powerpoint/2010/main" val="17710804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p:spPr>
        <p:txBody>
          <a:bodyPr lIns="0" tIns="0" rIns="0" bIns="0" anchor="ctr">
            <a:noAutofit/>
          </a:bodyPr>
          <a:lstStyle>
            <a:lvl1pPr>
              <a:defRPr sz="4400" b="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386584"/>
            <a:ext cx="4325112" cy="2459736"/>
          </a:xfrm>
        </p:spPr>
        <p:txBody>
          <a:bodyPr lIns="0" tIns="0" rIns="0" bIns="0" anchor="ctr">
            <a:no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0">
            <a:extLst>
              <a:ext uri="{FF2B5EF4-FFF2-40B4-BE49-F238E27FC236}">
                <a16:creationId xmlns:a16="http://schemas.microsoft.com/office/drawing/2014/main" id="{0012AECC-AEEF-9D31-81F0-BCB9078C0AD1}"/>
              </a:ext>
              <a:ext uri="{C183D7F6-B498-43B3-948B-1728B52AA6E4}">
                <adec:decorative xmlns:adec="http://schemas.microsoft.com/office/drawing/2017/decorative" val="1"/>
              </a:ext>
            </a:extLst>
          </p:cNvPr>
          <p:cNvSpPr/>
          <p:nvPr userDrawn="1"/>
        </p:nvSpPr>
        <p:spPr>
          <a:xfrm>
            <a:off x="0" y="4960385"/>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AA2FA1EE-FD32-9C64-3B6B-7AC3E3803C7E}"/>
              </a:ext>
              <a:ext uri="{C183D7F6-B498-43B3-948B-1728B52AA6E4}">
                <adec:decorative xmlns:adec="http://schemas.microsoft.com/office/drawing/2017/decorative" val="1"/>
              </a:ext>
            </a:extLst>
          </p:cNvPr>
          <p:cNvSpPr/>
          <p:nvPr userDrawn="1"/>
        </p:nvSpPr>
        <p:spPr>
          <a:xfrm>
            <a:off x="10927775" y="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0F2658BB-96CD-AE22-0752-A04D94B98062}"/>
              </a:ext>
            </a:extLst>
          </p:cNvPr>
          <p:cNvSpPr>
            <a:spLocks noGrp="1"/>
          </p:cNvSpPr>
          <p:nvPr>
            <p:ph type="dt" sz="half" idx="14"/>
          </p:nvPr>
        </p:nvSpPr>
        <p:spPr/>
        <p:txBody>
          <a:bodyPr/>
          <a:lstStyle/>
          <a:p>
            <a:r>
              <a:rPr lang="en-US" altLang="zh-CN"/>
              <a:t>03/13/2025</a:t>
            </a:r>
          </a:p>
        </p:txBody>
      </p:sp>
      <p:sp>
        <p:nvSpPr>
          <p:cNvPr id="5" name="Footer Placeholder 4">
            <a:extLst>
              <a:ext uri="{FF2B5EF4-FFF2-40B4-BE49-F238E27FC236}">
                <a16:creationId xmlns:a16="http://schemas.microsoft.com/office/drawing/2014/main" id="{27F16505-EF88-827D-E3AA-E760AC687EFA}"/>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3BE0F268-BF9C-C514-E532-F90259E6977A}"/>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26878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p:spPr>
        <p:txBody>
          <a:bodyPr lIns="0" tIns="0" rIns="0" bIns="0">
            <a:noAutofit/>
          </a:bodyPr>
          <a:lstStyle>
            <a:lvl1pPr>
              <a:defRPr sz="3600" b="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2254250"/>
            <a:ext cx="4956175" cy="3556000"/>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10">
            <a:extLst>
              <a:ext uri="{FF2B5EF4-FFF2-40B4-BE49-F238E27FC236}">
                <a16:creationId xmlns:a16="http://schemas.microsoft.com/office/drawing/2014/main" id="{7C2B6F59-ED68-51DC-A79B-DBB58FF845F1}"/>
              </a:ext>
              <a:ext uri="{C183D7F6-B498-43B3-948B-1728B52AA6E4}">
                <adec:decorative xmlns:adec="http://schemas.microsoft.com/office/drawing/2017/decorative" val="1"/>
              </a:ext>
            </a:extLst>
          </p:cNvPr>
          <p:cNvSpPr/>
          <p:nvPr userDrawn="1"/>
        </p:nvSpPr>
        <p:spPr>
          <a:xfrm>
            <a:off x="0" y="0"/>
            <a:ext cx="12192000"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3A9725C6-AC4C-0F93-49B1-C5DA56CFE1CA}"/>
              </a:ext>
            </a:extLst>
          </p:cNvPr>
          <p:cNvSpPr>
            <a:spLocks noGrp="1"/>
          </p:cNvSpPr>
          <p:nvPr>
            <p:ph type="dt" sz="half" idx="14"/>
          </p:nvPr>
        </p:nvSpPr>
        <p:spPr/>
        <p:txBody>
          <a:bodyPr/>
          <a:lstStyle/>
          <a:p>
            <a:r>
              <a:rPr lang="en-US" altLang="zh-CN"/>
              <a:t>03/13/2025</a:t>
            </a:r>
          </a:p>
        </p:txBody>
      </p:sp>
      <p:sp>
        <p:nvSpPr>
          <p:cNvPr id="5" name="Footer Placeholder 4">
            <a:extLst>
              <a:ext uri="{FF2B5EF4-FFF2-40B4-BE49-F238E27FC236}">
                <a16:creationId xmlns:a16="http://schemas.microsoft.com/office/drawing/2014/main" id="{DFCF279C-C717-2E57-C2ED-3895123B51EC}"/>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65FD4253-87B4-E013-4CA9-52ACDA3F5117}"/>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1303089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109587"/>
            <a:ext cx="4145582" cy="4638825"/>
          </a:xfrm>
        </p:spPr>
        <p:txBody>
          <a:bodyPr lIns="0" tIns="0" rIns="0" bIns="0">
            <a:noAutofit/>
          </a:bodyPr>
          <a:lstStyle>
            <a:lvl1pPr>
              <a:defRPr sz="3600" b="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666338" y="1110022"/>
            <a:ext cx="5681662" cy="4818062"/>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reeform 10">
            <a:extLst>
              <a:ext uri="{FF2B5EF4-FFF2-40B4-BE49-F238E27FC236}">
                <a16:creationId xmlns:a16="http://schemas.microsoft.com/office/drawing/2014/main" id="{C90280B4-6872-BA31-B1E5-F2FAF9A85E7D}"/>
              </a:ext>
              <a:ext uri="{C183D7F6-B498-43B3-948B-1728B52AA6E4}">
                <adec:decorative xmlns:adec="http://schemas.microsoft.com/office/drawing/2017/decorative" val="1"/>
              </a:ext>
            </a:extLst>
          </p:cNvPr>
          <p:cNvSpPr/>
          <p:nvPr userDrawn="1"/>
        </p:nvSpPr>
        <p:spPr>
          <a:xfrm>
            <a:off x="10927775" y="613410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BA2446B5-DBA6-557B-92E7-CE3595DF1233}"/>
              </a:ext>
              <a:ext uri="{C183D7F6-B498-43B3-948B-1728B52AA6E4}">
                <adec:decorative xmlns:adec="http://schemas.microsoft.com/office/drawing/2017/decorative" val="1"/>
              </a:ext>
            </a:extLst>
          </p:cNvPr>
          <p:cNvSpPr/>
          <p:nvPr userDrawn="1"/>
        </p:nvSpPr>
        <p:spPr>
          <a:xfrm>
            <a:off x="0" y="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BD00271A-D627-7A0C-1E77-FD78A6DAAD1B}"/>
              </a:ext>
            </a:extLst>
          </p:cNvPr>
          <p:cNvSpPr>
            <a:spLocks noGrp="1"/>
          </p:cNvSpPr>
          <p:nvPr>
            <p:ph type="dt" sz="half" idx="14"/>
          </p:nvPr>
        </p:nvSpPr>
        <p:spPr/>
        <p:txBody>
          <a:bodyPr/>
          <a:lstStyle/>
          <a:p>
            <a:r>
              <a:rPr lang="en-US" altLang="zh-CN"/>
              <a:t>03/13/2025</a:t>
            </a:r>
          </a:p>
        </p:txBody>
      </p:sp>
      <p:sp>
        <p:nvSpPr>
          <p:cNvPr id="5" name="Footer Placeholder 4">
            <a:extLst>
              <a:ext uri="{FF2B5EF4-FFF2-40B4-BE49-F238E27FC236}">
                <a16:creationId xmlns:a16="http://schemas.microsoft.com/office/drawing/2014/main" id="{10AF3BBE-43FC-FA7F-3C5B-0FB78E695A2D}"/>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C37EC3EF-BAD7-BA7C-005E-1A7A28BAB384}"/>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868533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77456"/>
            <a:ext cx="4142232" cy="4940661"/>
          </a:xfrm>
        </p:spPr>
        <p:txBody>
          <a:bodyPr lIns="0" tIns="0" rIns="0" bIns="0">
            <a:noAutofit/>
          </a:bodyPr>
          <a:lstStyle>
            <a:lvl1pPr>
              <a:defRPr sz="3600" b="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8500" y="848720"/>
            <a:ext cx="6159500" cy="5194161"/>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17">
            <a:extLst>
              <a:ext uri="{FF2B5EF4-FFF2-40B4-BE49-F238E27FC236}">
                <a16:creationId xmlns:a16="http://schemas.microsoft.com/office/drawing/2014/main" id="{F6B9B460-038F-94C6-5604-883BAEC6732D}"/>
              </a:ext>
              <a:ext uri="{C183D7F6-B498-43B3-948B-1728B52AA6E4}">
                <adec:decorative xmlns:adec="http://schemas.microsoft.com/office/drawing/2017/decorative" val="1"/>
              </a:ext>
            </a:extLst>
          </p:cNvPr>
          <p:cNvSpPr/>
          <p:nvPr userDrawn="1"/>
        </p:nvSpPr>
        <p:spPr>
          <a:xfrm>
            <a:off x="1" y="652680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7" name="Freeform 17">
            <a:extLst>
              <a:ext uri="{FF2B5EF4-FFF2-40B4-BE49-F238E27FC236}">
                <a16:creationId xmlns:a16="http://schemas.microsoft.com/office/drawing/2014/main" id="{68AEA442-11FE-1B85-7968-9FE21AEDBD22}"/>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9" name="Freeform 17">
            <a:extLst>
              <a:ext uri="{FF2B5EF4-FFF2-40B4-BE49-F238E27FC236}">
                <a16:creationId xmlns:a16="http://schemas.microsoft.com/office/drawing/2014/main" id="{F4D58676-1C6B-6FA9-251E-AC5FBEE2BB60}"/>
              </a:ext>
              <a:ext uri="{C183D7F6-B498-43B3-948B-1728B52AA6E4}">
                <adec:decorative xmlns:adec="http://schemas.microsoft.com/office/drawing/2017/decorative" val="1"/>
              </a:ext>
            </a:extLst>
          </p:cNvPr>
          <p:cNvSpPr/>
          <p:nvPr userDrawn="1"/>
        </p:nvSpPr>
        <p:spPr>
          <a:xfrm>
            <a:off x="1" y="-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0" name="Freeform 17">
            <a:extLst>
              <a:ext uri="{FF2B5EF4-FFF2-40B4-BE49-F238E27FC236}">
                <a16:creationId xmlns:a16="http://schemas.microsoft.com/office/drawing/2014/main" id="{527641C1-A183-119C-6C5B-7AA58CE8714C}"/>
              </a:ext>
              <a:ext uri="{C183D7F6-B498-43B3-948B-1728B52AA6E4}">
                <adec:decorative xmlns:adec="http://schemas.microsoft.com/office/drawing/2017/decorative" val="1"/>
              </a:ext>
            </a:extLst>
          </p:cNvPr>
          <p:cNvSpPr/>
          <p:nvPr userDrawn="1"/>
        </p:nvSpPr>
        <p:spPr>
          <a:xfrm flipV="1">
            <a:off x="7768799" y="-1"/>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Date Placeholder 3">
            <a:extLst>
              <a:ext uri="{FF2B5EF4-FFF2-40B4-BE49-F238E27FC236}">
                <a16:creationId xmlns:a16="http://schemas.microsoft.com/office/drawing/2014/main" id="{A5025243-1D75-D130-2A64-9D8D62A4DCD7}"/>
              </a:ext>
            </a:extLst>
          </p:cNvPr>
          <p:cNvSpPr>
            <a:spLocks noGrp="1"/>
          </p:cNvSpPr>
          <p:nvPr>
            <p:ph type="dt" sz="half" idx="14"/>
          </p:nvPr>
        </p:nvSpPr>
        <p:spPr/>
        <p:txBody>
          <a:bodyPr/>
          <a:lstStyle/>
          <a:p>
            <a:r>
              <a:rPr lang="en-US" altLang="zh-CN"/>
              <a:t>03/13/2025</a:t>
            </a:r>
          </a:p>
        </p:txBody>
      </p:sp>
      <p:sp>
        <p:nvSpPr>
          <p:cNvPr id="5" name="Footer Placeholder 4">
            <a:extLst>
              <a:ext uri="{FF2B5EF4-FFF2-40B4-BE49-F238E27FC236}">
                <a16:creationId xmlns:a16="http://schemas.microsoft.com/office/drawing/2014/main" id="{F920B224-2FF4-03EF-2985-70266625D015}"/>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E24CC9B9-1170-67B4-2F4C-55CFD0D4AB24}"/>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3811384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9"/>
            <a:ext cx="3494314" cy="5194161"/>
          </a:xfrm>
        </p:spPr>
        <p:txBody>
          <a:bodyPr lIns="0" tIns="0" rIns="0" bIns="0" anchor="ctr">
            <a:noAutofit/>
          </a:bodyPr>
          <a:lstStyle>
            <a:lvl1pPr>
              <a:defRPr sz="3600" b="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831918"/>
            <a:ext cx="6843732" cy="5194161"/>
          </a:xfrm>
        </p:spPr>
        <p:txBody>
          <a:bodyPr lIns="0" tIns="0" rIns="0" bIns="0" anchor="ctr">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0">
            <a:extLst>
              <a:ext uri="{FF2B5EF4-FFF2-40B4-BE49-F238E27FC236}">
                <a16:creationId xmlns:a16="http://schemas.microsoft.com/office/drawing/2014/main" id="{00B57D9C-D3CB-6F60-3C0D-F86F2CA43182}"/>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29B5B1B9-F2C2-0F1F-6AEF-2EA9DAC91742}"/>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80FCB0D2-1D8F-C04A-2E14-CAC12A0BB2AD}"/>
              </a:ext>
            </a:extLst>
          </p:cNvPr>
          <p:cNvSpPr>
            <a:spLocks noGrp="1"/>
          </p:cNvSpPr>
          <p:nvPr>
            <p:ph type="dt" sz="half" idx="14"/>
          </p:nvPr>
        </p:nvSpPr>
        <p:spPr/>
        <p:txBody>
          <a:bodyPr/>
          <a:lstStyle/>
          <a:p>
            <a:r>
              <a:rPr lang="en-US" altLang="zh-CN"/>
              <a:t>03/13/2025</a:t>
            </a:r>
          </a:p>
        </p:txBody>
      </p:sp>
      <p:sp>
        <p:nvSpPr>
          <p:cNvPr id="5" name="Footer Placeholder 4">
            <a:extLst>
              <a:ext uri="{FF2B5EF4-FFF2-40B4-BE49-F238E27FC236}">
                <a16:creationId xmlns:a16="http://schemas.microsoft.com/office/drawing/2014/main" id="{06C9D95A-623C-662D-B8D6-C1FB04905069}"/>
              </a:ext>
            </a:extLst>
          </p:cNvPr>
          <p:cNvSpPr>
            <a:spLocks noGrp="1"/>
          </p:cNvSpPr>
          <p:nvPr>
            <p:ph type="ftr" sz="quarter" idx="15"/>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528DB802-9AEC-2C86-BFAB-9C94E5986B98}"/>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7088732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6241267" cy="1928214"/>
          </a:xfrm>
        </p:spPr>
        <p:txBody>
          <a:bodyPr lIns="0" tIns="0" rIns="0" bIns="0" anchor="b">
            <a:noAutofit/>
          </a:bodyPr>
          <a:lstStyle>
            <a:lvl1pPr>
              <a:defRPr sz="3600" b="0" baseline="0"/>
            </a:lvl1pPr>
          </a:lstStyle>
          <a:p>
            <a:r>
              <a:rPr lang="en-US"/>
              <a:t>Click to edit Master title style</a:t>
            </a:r>
          </a:p>
        </p:txBody>
      </p:sp>
      <p:sp>
        <p:nvSpPr>
          <p:cNvPr id="3" name="Content Placeholder 7">
            <a:extLst>
              <a:ext uri="{FF2B5EF4-FFF2-40B4-BE49-F238E27FC236}">
                <a16:creationId xmlns:a16="http://schemas.microsoft.com/office/drawing/2014/main" id="{AB1ED0A0-002B-4573-E3EC-257C72B42183}"/>
              </a:ext>
            </a:extLst>
          </p:cNvPr>
          <p:cNvSpPr>
            <a:spLocks noGrp="1"/>
          </p:cNvSpPr>
          <p:nvPr>
            <p:ph sz="quarter" idx="18"/>
          </p:nvPr>
        </p:nvSpPr>
        <p:spPr>
          <a:xfrm>
            <a:off x="844000" y="2868150"/>
            <a:ext cx="6241267"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357442" y="831919"/>
            <a:ext cx="3949885" cy="5194161"/>
          </a:xfrm>
        </p:spPr>
        <p:txBody>
          <a:bodyPr/>
          <a:lstStyle/>
          <a:p>
            <a:endParaRPr lang="en-US"/>
          </a:p>
        </p:txBody>
      </p:sp>
      <p:sp>
        <p:nvSpPr>
          <p:cNvPr id="12" name="Freeform 10">
            <a:extLst>
              <a:ext uri="{FF2B5EF4-FFF2-40B4-BE49-F238E27FC236}">
                <a16:creationId xmlns:a16="http://schemas.microsoft.com/office/drawing/2014/main" id="{A1FBFB35-D32F-1F82-020A-29E90D232A9D}"/>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723F0D57-3F85-E12F-FF1C-ECD9B9505652}"/>
              </a:ext>
              <a:ext uri="{C183D7F6-B498-43B3-948B-1728B52AA6E4}">
                <adec:decorative xmlns:adec="http://schemas.microsoft.com/office/drawing/2017/decorative" val="1"/>
              </a:ext>
            </a:extLst>
          </p:cNvPr>
          <p:cNvSpPr/>
          <p:nvPr userDrawn="1"/>
        </p:nvSpPr>
        <p:spPr>
          <a:xfrm>
            <a:off x="0" y="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6" name="Freeform 10">
            <a:extLst>
              <a:ext uri="{FF2B5EF4-FFF2-40B4-BE49-F238E27FC236}">
                <a16:creationId xmlns:a16="http://schemas.microsoft.com/office/drawing/2014/main" id="{EF127F55-1BB6-F04A-2011-F477F67E322B}"/>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5BE2FCA6-90E6-645C-83C5-2EA901E46D95}"/>
              </a:ext>
            </a:extLst>
          </p:cNvPr>
          <p:cNvSpPr>
            <a:spLocks noGrp="1"/>
          </p:cNvSpPr>
          <p:nvPr>
            <p:ph type="dt" sz="half" idx="15"/>
          </p:nvPr>
        </p:nvSpPr>
        <p:spPr/>
        <p:txBody>
          <a:bodyPr/>
          <a:lstStyle/>
          <a:p>
            <a:r>
              <a:rPr lang="en-US" altLang="zh-CN"/>
              <a:t>03/13/2025</a:t>
            </a:r>
          </a:p>
        </p:txBody>
      </p:sp>
      <p:sp>
        <p:nvSpPr>
          <p:cNvPr id="9" name="Footer Placeholder 8">
            <a:extLst>
              <a:ext uri="{FF2B5EF4-FFF2-40B4-BE49-F238E27FC236}">
                <a16:creationId xmlns:a16="http://schemas.microsoft.com/office/drawing/2014/main" id="{0CF45059-914B-98BC-CE32-21B994C11C45}"/>
              </a:ext>
            </a:extLst>
          </p:cNvPr>
          <p:cNvSpPr>
            <a:spLocks noGrp="1"/>
          </p:cNvSpPr>
          <p:nvPr>
            <p:ph type="ftr" sz="quarter" idx="16"/>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75144FF3-8F41-EA3B-3334-EAA4DFDC11B2}"/>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5598067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6135624" cy="1928791"/>
          </a:xfrm>
        </p:spPr>
        <p:txBody>
          <a:bodyPr lIns="0" tIns="0" rIns="0" bIns="0" anchor="b">
            <a:noAutofit/>
          </a:bodyPr>
          <a:lstStyle>
            <a:lvl1pPr>
              <a:defRPr sz="3600" b="0" baseline="0"/>
            </a:lvl1pPr>
          </a:lstStyle>
          <a:p>
            <a:r>
              <a:rPr lang="en-US"/>
              <a:t>Click to edit Master title style</a:t>
            </a:r>
          </a:p>
        </p:txBody>
      </p:sp>
      <p:sp>
        <p:nvSpPr>
          <p:cNvPr id="3" name="Content Placeholder 7">
            <a:extLst>
              <a:ext uri="{FF2B5EF4-FFF2-40B4-BE49-F238E27FC236}">
                <a16:creationId xmlns:a16="http://schemas.microsoft.com/office/drawing/2014/main" id="{CE785EFA-A20E-34BD-1F43-41D71765644F}"/>
              </a:ext>
            </a:extLst>
          </p:cNvPr>
          <p:cNvSpPr>
            <a:spLocks noGrp="1"/>
          </p:cNvSpPr>
          <p:nvPr>
            <p:ph sz="quarter" idx="18"/>
          </p:nvPr>
        </p:nvSpPr>
        <p:spPr>
          <a:xfrm>
            <a:off x="844000" y="2868150"/>
            <a:ext cx="6241267"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300452" y="831918"/>
            <a:ext cx="4006875" cy="5194161"/>
          </a:xfrm>
        </p:spPr>
        <p:txBody>
          <a:bodyPr/>
          <a:lstStyle/>
          <a:p>
            <a:endParaRPr lang="en-US"/>
          </a:p>
        </p:txBody>
      </p:sp>
      <p:sp>
        <p:nvSpPr>
          <p:cNvPr id="6" name="Freeform 10">
            <a:extLst>
              <a:ext uri="{FF2B5EF4-FFF2-40B4-BE49-F238E27FC236}">
                <a16:creationId xmlns:a16="http://schemas.microsoft.com/office/drawing/2014/main" id="{87C69A9E-7322-5194-13E2-93C7D7002570}"/>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5" name="Freeform 10">
            <a:extLst>
              <a:ext uri="{FF2B5EF4-FFF2-40B4-BE49-F238E27FC236}">
                <a16:creationId xmlns:a16="http://schemas.microsoft.com/office/drawing/2014/main" id="{8AB53FE1-7680-2C8E-70CF-D674972D387C}"/>
              </a:ext>
              <a:ext uri="{C183D7F6-B498-43B3-948B-1728B52AA6E4}">
                <adec:decorative xmlns:adec="http://schemas.microsoft.com/office/drawing/2017/decorative" val="1"/>
              </a:ext>
            </a:extLst>
          </p:cNvPr>
          <p:cNvSpPr/>
          <p:nvPr userDrawn="1"/>
        </p:nvSpPr>
        <p:spPr>
          <a:xfrm>
            <a:off x="0" y="613410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881753D4-DE4C-EA13-0F9D-BA983162613D}"/>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Date Placeholder 8">
            <a:extLst>
              <a:ext uri="{FF2B5EF4-FFF2-40B4-BE49-F238E27FC236}">
                <a16:creationId xmlns:a16="http://schemas.microsoft.com/office/drawing/2014/main" id="{759D4343-C33B-90EB-3F21-D8973A0B13F0}"/>
              </a:ext>
            </a:extLst>
          </p:cNvPr>
          <p:cNvSpPr>
            <a:spLocks noGrp="1"/>
          </p:cNvSpPr>
          <p:nvPr>
            <p:ph type="dt" sz="half" idx="15"/>
          </p:nvPr>
        </p:nvSpPr>
        <p:spPr/>
        <p:txBody>
          <a:bodyPr/>
          <a:lstStyle/>
          <a:p>
            <a:r>
              <a:rPr lang="en-US" altLang="zh-CN"/>
              <a:t>03/13/2025</a:t>
            </a:r>
          </a:p>
        </p:txBody>
      </p:sp>
      <p:sp>
        <p:nvSpPr>
          <p:cNvPr id="10" name="Footer Placeholder 9">
            <a:extLst>
              <a:ext uri="{FF2B5EF4-FFF2-40B4-BE49-F238E27FC236}">
                <a16:creationId xmlns:a16="http://schemas.microsoft.com/office/drawing/2014/main" id="{0B40BBD0-0F9D-182F-0831-B7C7987E4E95}"/>
              </a:ext>
            </a:extLst>
          </p:cNvPr>
          <p:cNvSpPr>
            <a:spLocks noGrp="1"/>
          </p:cNvSpPr>
          <p:nvPr>
            <p:ph type="ftr" sz="quarter" idx="16"/>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59CAE5C7-3235-E1AC-C62B-F1DDE914BB46}"/>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40907145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6135624" cy="1928791"/>
          </a:xfrm>
        </p:spPr>
        <p:txBody>
          <a:bodyPr lIns="0" tIns="0" rIns="0" bIns="0" anchor="b">
            <a:noAutofit/>
          </a:bodyPr>
          <a:lstStyle>
            <a:lvl1pPr algn="l">
              <a:defRPr sz="3600" b="0" baseline="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300452" y="831918"/>
            <a:ext cx="4006875" cy="5194161"/>
          </a:xfrm>
        </p:spPr>
        <p:txBody>
          <a:bodyPr/>
          <a:lstStyle/>
          <a:p>
            <a:endParaRPr lang="en-US"/>
          </a:p>
        </p:txBody>
      </p:sp>
      <p:sp>
        <p:nvSpPr>
          <p:cNvPr id="26" name="Freeform 17">
            <a:extLst>
              <a:ext uri="{FF2B5EF4-FFF2-40B4-BE49-F238E27FC236}">
                <a16:creationId xmlns:a16="http://schemas.microsoft.com/office/drawing/2014/main" id="{55EB0A70-04CD-26DE-BE20-EF655D8B75B4}"/>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27" name="Freeform 17">
            <a:extLst>
              <a:ext uri="{FF2B5EF4-FFF2-40B4-BE49-F238E27FC236}">
                <a16:creationId xmlns:a16="http://schemas.microsoft.com/office/drawing/2014/main" id="{7E4709C2-0D04-D67A-EAD6-46FA0B3DA7A4}"/>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0" name="Freeform 10">
            <a:extLst>
              <a:ext uri="{FF2B5EF4-FFF2-40B4-BE49-F238E27FC236}">
                <a16:creationId xmlns:a16="http://schemas.microsoft.com/office/drawing/2014/main" id="{D2170013-17CD-7570-6413-53FD1A329556}"/>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7510420C-21EA-A137-94EA-7CB5AD5C289C}"/>
              </a:ext>
            </a:extLst>
          </p:cNvPr>
          <p:cNvSpPr>
            <a:spLocks noGrp="1"/>
          </p:cNvSpPr>
          <p:nvPr>
            <p:ph type="dt" sz="half" idx="15"/>
          </p:nvPr>
        </p:nvSpPr>
        <p:spPr/>
        <p:txBody>
          <a:bodyPr/>
          <a:lstStyle/>
          <a:p>
            <a:r>
              <a:rPr lang="en-US" altLang="zh-CN"/>
              <a:t>03/13/2025</a:t>
            </a:r>
          </a:p>
        </p:txBody>
      </p:sp>
      <p:sp>
        <p:nvSpPr>
          <p:cNvPr id="4" name="Footer Placeholder 3">
            <a:extLst>
              <a:ext uri="{FF2B5EF4-FFF2-40B4-BE49-F238E27FC236}">
                <a16:creationId xmlns:a16="http://schemas.microsoft.com/office/drawing/2014/main" id="{FC05FC22-F2D9-EF5B-0678-3678B4A14ACA}"/>
              </a:ext>
            </a:extLst>
          </p:cNvPr>
          <p:cNvSpPr>
            <a:spLocks noGrp="1"/>
          </p:cNvSpPr>
          <p:nvPr>
            <p:ph type="ftr" sz="quarter" idx="16"/>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98A4AF99-6BCE-53B0-C2F9-75CDEE4E2A2F}"/>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
        <p:nvSpPr>
          <p:cNvPr id="5" name="Content Placeholder 7">
            <a:extLst>
              <a:ext uri="{FF2B5EF4-FFF2-40B4-BE49-F238E27FC236}">
                <a16:creationId xmlns:a16="http://schemas.microsoft.com/office/drawing/2014/main" id="{35D202A1-D991-7D10-0C19-6BEEA58CEFF3}"/>
              </a:ext>
            </a:extLst>
          </p:cNvPr>
          <p:cNvSpPr>
            <a:spLocks noGrp="1"/>
          </p:cNvSpPr>
          <p:nvPr>
            <p:ph sz="quarter" idx="18"/>
          </p:nvPr>
        </p:nvSpPr>
        <p:spPr>
          <a:xfrm>
            <a:off x="844000" y="2868150"/>
            <a:ext cx="6241267"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632984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844000" y="825622"/>
            <a:ext cx="5906997" cy="1928790"/>
          </a:xfrm>
        </p:spPr>
        <p:txBody>
          <a:bodyPr lIns="0" tIns="0" rIns="0" bIns="0" anchor="b">
            <a:noAutofit/>
          </a:bodyPr>
          <a:lstStyle>
            <a:lvl1pPr>
              <a:defRPr sz="3600" b="0" baseline="0"/>
            </a:lvl1pPr>
          </a:lstStyle>
          <a:p>
            <a:r>
              <a:rPr lang="en-US"/>
              <a:t>Click to edit Master title style</a:t>
            </a:r>
          </a:p>
        </p:txBody>
      </p:sp>
      <p:sp>
        <p:nvSpPr>
          <p:cNvPr id="2" name="Content Placeholder 7">
            <a:extLst>
              <a:ext uri="{FF2B5EF4-FFF2-40B4-BE49-F238E27FC236}">
                <a16:creationId xmlns:a16="http://schemas.microsoft.com/office/drawing/2014/main" id="{B0D848ED-ED73-86A8-A1FA-AF09CBE78399}"/>
              </a:ext>
            </a:extLst>
          </p:cNvPr>
          <p:cNvSpPr>
            <a:spLocks noGrp="1"/>
          </p:cNvSpPr>
          <p:nvPr>
            <p:ph sz="quarter" idx="22"/>
          </p:nvPr>
        </p:nvSpPr>
        <p:spPr>
          <a:xfrm>
            <a:off x="844001" y="2868150"/>
            <a:ext cx="5906996"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10">
            <a:extLst>
              <a:ext uri="{FF2B5EF4-FFF2-40B4-BE49-F238E27FC236}">
                <a16:creationId xmlns:a16="http://schemas.microsoft.com/office/drawing/2014/main" id="{847007C7-5340-21AB-9C7D-DEAEEEC51F9E}"/>
              </a:ext>
              <a:ext uri="{C183D7F6-B498-43B3-948B-1728B52AA6E4}">
                <adec:decorative xmlns:adec="http://schemas.microsoft.com/office/drawing/2017/decorative" val="0"/>
              </a:ext>
            </a:extLst>
          </p:cNvPr>
          <p:cNvSpPr>
            <a:spLocks noGrp="1"/>
          </p:cNvSpPr>
          <p:nvPr>
            <p:ph type="pic" sz="quarter" idx="18"/>
          </p:nvPr>
        </p:nvSpPr>
        <p:spPr>
          <a:xfrm>
            <a:off x="7300452" y="831918"/>
            <a:ext cx="4006875" cy="5194161"/>
          </a:xfrm>
        </p:spPr>
        <p:txBody>
          <a:bodyPr/>
          <a:lstStyle/>
          <a:p>
            <a:endParaRPr lang="en-US"/>
          </a:p>
        </p:txBody>
      </p:sp>
      <p:sp>
        <p:nvSpPr>
          <p:cNvPr id="13" name="Freeform 17">
            <a:extLst>
              <a:ext uri="{FF2B5EF4-FFF2-40B4-BE49-F238E27FC236}">
                <a16:creationId xmlns:a16="http://schemas.microsoft.com/office/drawing/2014/main" id="{13CA70C1-F619-4E37-711E-3B0AD7A76F17}"/>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4" name="Freeform 17">
            <a:extLst>
              <a:ext uri="{FF2B5EF4-FFF2-40B4-BE49-F238E27FC236}">
                <a16:creationId xmlns:a16="http://schemas.microsoft.com/office/drawing/2014/main" id="{AFD330A2-1BB8-0E4E-4029-7943C275F806}"/>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5" name="Freeform 10">
            <a:extLst>
              <a:ext uri="{FF2B5EF4-FFF2-40B4-BE49-F238E27FC236}">
                <a16:creationId xmlns:a16="http://schemas.microsoft.com/office/drawing/2014/main" id="{2CA1D929-364A-512C-A838-1E811BAAA5D1}"/>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6E839E46-5D7F-72A4-2992-9ED1BC2734D0}"/>
              </a:ext>
            </a:extLst>
          </p:cNvPr>
          <p:cNvSpPr>
            <a:spLocks noGrp="1"/>
          </p:cNvSpPr>
          <p:nvPr>
            <p:ph type="dt" sz="half" idx="19"/>
          </p:nvPr>
        </p:nvSpPr>
        <p:spPr/>
        <p:txBody>
          <a:bodyPr/>
          <a:lstStyle/>
          <a:p>
            <a:r>
              <a:rPr lang="en-US" altLang="zh-CN"/>
              <a:t>03/13/2025</a:t>
            </a:r>
          </a:p>
        </p:txBody>
      </p:sp>
      <p:sp>
        <p:nvSpPr>
          <p:cNvPr id="9" name="Footer Placeholder 8">
            <a:extLst>
              <a:ext uri="{FF2B5EF4-FFF2-40B4-BE49-F238E27FC236}">
                <a16:creationId xmlns:a16="http://schemas.microsoft.com/office/drawing/2014/main" id="{421D8C09-15AC-F77D-CB44-460449C518AA}"/>
              </a:ext>
            </a:extLst>
          </p:cNvPr>
          <p:cNvSpPr>
            <a:spLocks noGrp="1"/>
          </p:cNvSpPr>
          <p:nvPr>
            <p:ph type="ftr" sz="quarter" idx="20"/>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B9DACD80-A888-AB57-3EB1-6A05051158F8}"/>
              </a:ext>
            </a:extLst>
          </p:cNvPr>
          <p:cNvSpPr>
            <a:spLocks noGrp="1"/>
          </p:cNvSpPr>
          <p:nvPr>
            <p:ph type="sldNum" sz="half" idx="21"/>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4857805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6135623" cy="1922494"/>
          </a:xfrm>
        </p:spPr>
        <p:txBody>
          <a:bodyPr lIns="0" tIns="0" rIns="0" bIns="0" anchor="b">
            <a:noAutofit/>
          </a:bodyPr>
          <a:lstStyle>
            <a:lvl1pPr>
              <a:defRPr sz="3600" b="0" baseline="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300453" y="831918"/>
            <a:ext cx="4006874" cy="5194161"/>
          </a:xfrm>
        </p:spPr>
        <p:txBody>
          <a:bodyPr/>
          <a:lstStyle/>
          <a:p>
            <a:endParaRPr lang="en-US"/>
          </a:p>
        </p:txBody>
      </p:sp>
      <p:sp>
        <p:nvSpPr>
          <p:cNvPr id="13" name="Freeform: Shape 12">
            <a:extLst>
              <a:ext uri="{FF2B5EF4-FFF2-40B4-BE49-F238E27FC236}">
                <a16:creationId xmlns:a16="http://schemas.microsoft.com/office/drawing/2014/main" id="{D04EB612-D143-1C59-FAC1-BE3F2604E76D}"/>
              </a:ext>
              <a:ext uri="{C183D7F6-B498-43B3-948B-1728B52AA6E4}">
                <adec:decorative xmlns:adec="http://schemas.microsoft.com/office/drawing/2017/decorative" val="1"/>
              </a:ext>
            </a:extLst>
          </p:cNvPr>
          <p:cNvSpPr/>
          <p:nvPr userDrawn="1"/>
        </p:nvSpPr>
        <p:spPr>
          <a:xfrm>
            <a:off x="2" y="6526800"/>
            <a:ext cx="12191999" cy="331200"/>
          </a:xfrm>
          <a:custGeom>
            <a:avLst/>
            <a:gdLst>
              <a:gd name="connsiteX0" fmla="*/ 0 w 12191999"/>
              <a:gd name="connsiteY0" fmla="*/ 0 h 331200"/>
              <a:gd name="connsiteX1" fmla="*/ 12191999 w 12191999"/>
              <a:gd name="connsiteY1" fmla="*/ 0 h 331200"/>
              <a:gd name="connsiteX2" fmla="*/ 12191999 w 12191999"/>
              <a:gd name="connsiteY2" fmla="*/ 331200 h 331200"/>
              <a:gd name="connsiteX3" fmla="*/ 0 w 12191999"/>
              <a:gd name="connsiteY3" fmla="*/ 331200 h 331200"/>
            </a:gdLst>
            <a:ahLst/>
            <a:cxnLst>
              <a:cxn ang="0">
                <a:pos x="connsiteX0" y="connsiteY0"/>
              </a:cxn>
              <a:cxn ang="0">
                <a:pos x="connsiteX1" y="connsiteY1"/>
              </a:cxn>
              <a:cxn ang="0">
                <a:pos x="connsiteX2" y="connsiteY2"/>
              </a:cxn>
              <a:cxn ang="0">
                <a:pos x="connsiteX3" y="connsiteY3"/>
              </a:cxn>
            </a:cxnLst>
            <a:rect l="l" t="t" r="r" b="b"/>
            <a:pathLst>
              <a:path w="12191999" h="331200">
                <a:moveTo>
                  <a:pt x="0" y="0"/>
                </a:moveTo>
                <a:lnTo>
                  <a:pt x="12191999" y="0"/>
                </a:lnTo>
                <a:lnTo>
                  <a:pt x="12191999" y="331200"/>
                </a:lnTo>
                <a:lnTo>
                  <a:pt x="0" y="331200"/>
                </a:lnTo>
                <a:close/>
              </a:path>
            </a:pathLst>
          </a:custGeom>
          <a:solidFill>
            <a:schemeClr val="accent1"/>
          </a:solidFill>
        </p:spPr>
        <p:txBody>
          <a:bodyPr wrap="square">
            <a:noAutofit/>
          </a:bodyPr>
          <a:lstStyle/>
          <a:p>
            <a:endParaRPr lang="zh-CN" altLang="en-US"/>
          </a:p>
        </p:txBody>
      </p:sp>
      <p:sp>
        <p:nvSpPr>
          <p:cNvPr id="10" name="Freeform 17">
            <a:extLst>
              <a:ext uri="{FF2B5EF4-FFF2-40B4-BE49-F238E27FC236}">
                <a16:creationId xmlns:a16="http://schemas.microsoft.com/office/drawing/2014/main" id="{B5478D54-1F0E-F8E7-4B93-88A2EC96AA27}"/>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5" name="Freeform 10">
            <a:extLst>
              <a:ext uri="{FF2B5EF4-FFF2-40B4-BE49-F238E27FC236}">
                <a16:creationId xmlns:a16="http://schemas.microsoft.com/office/drawing/2014/main" id="{90152C41-78FB-BD6F-653B-DE9008C187E1}"/>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24A5EEFF-C284-0BE0-EEBD-B7F7F2C34F80}"/>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F9B1E30B-BC94-1D52-B8BF-39973F2E4B43}"/>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F4C942BB-555B-9390-C818-BD6DE5FAFF72}"/>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
        <p:nvSpPr>
          <p:cNvPr id="3" name="Content Placeholder 7">
            <a:extLst>
              <a:ext uri="{FF2B5EF4-FFF2-40B4-BE49-F238E27FC236}">
                <a16:creationId xmlns:a16="http://schemas.microsoft.com/office/drawing/2014/main" id="{22DD0655-7FBE-20E6-B7D1-1148A340CD32}"/>
              </a:ext>
            </a:extLst>
          </p:cNvPr>
          <p:cNvSpPr>
            <a:spLocks noGrp="1"/>
          </p:cNvSpPr>
          <p:nvPr>
            <p:ph sz="quarter" idx="18"/>
          </p:nvPr>
        </p:nvSpPr>
        <p:spPr>
          <a:xfrm>
            <a:off x="844000" y="2868150"/>
            <a:ext cx="6241267" cy="3157929"/>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58967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0E64AB3-51D9-9992-E51A-78ADA62E241F}"/>
              </a:ext>
            </a:extLst>
          </p:cNvPr>
          <p:cNvSpPr>
            <a:spLocks noGrp="1"/>
          </p:cNvSpPr>
          <p:nvPr>
            <p:ph type="title"/>
          </p:nvPr>
        </p:nvSpPr>
        <p:spPr>
          <a:xfrm>
            <a:off x="844063" y="831918"/>
            <a:ext cx="4361688" cy="1527048"/>
          </a:xfrm>
        </p:spPr>
        <p:txBody>
          <a:bodyPr lIns="0" tIns="0" rIns="0" bIns="0" anchor="b">
            <a:noAutofit/>
          </a:bodyPr>
          <a:lstStyle>
            <a:lvl1pPr>
              <a:defRPr b="0"/>
            </a:lvl1pPr>
          </a:lstStyle>
          <a:p>
            <a:r>
              <a:rPr lang="en-US"/>
              <a:t>Click to edit Master title style</a:t>
            </a:r>
          </a:p>
        </p:txBody>
      </p:sp>
      <p:sp>
        <p:nvSpPr>
          <p:cNvPr id="13" name="Picture Placeholder 10">
            <a:extLst>
              <a:ext uri="{FF2B5EF4-FFF2-40B4-BE49-F238E27FC236}">
                <a16:creationId xmlns:a16="http://schemas.microsoft.com/office/drawing/2014/main" id="{992B4E0B-09D2-1770-AF0A-79593CF5C03A}"/>
              </a:ext>
              <a:ext uri="{C183D7F6-B498-43B3-948B-1728B52AA6E4}">
                <adec:decorative xmlns:adec="http://schemas.microsoft.com/office/drawing/2017/decorative" val="0"/>
              </a:ext>
            </a:extLst>
          </p:cNvPr>
          <p:cNvSpPr>
            <a:spLocks noGrp="1"/>
          </p:cNvSpPr>
          <p:nvPr>
            <p:ph type="pic" sz="quarter" idx="13"/>
          </p:nvPr>
        </p:nvSpPr>
        <p:spPr>
          <a:xfrm>
            <a:off x="5580428" y="831918"/>
            <a:ext cx="5767509" cy="5194161"/>
          </a:xfrm>
        </p:spPr>
        <p:txBody>
          <a:bodyPr/>
          <a:lstStyle/>
          <a:p>
            <a:endParaRPr lang="en-US"/>
          </a:p>
        </p:txBody>
      </p:sp>
      <p:sp>
        <p:nvSpPr>
          <p:cNvPr id="4" name="Freeform 10">
            <a:extLst>
              <a:ext uri="{FF2B5EF4-FFF2-40B4-BE49-F238E27FC236}">
                <a16:creationId xmlns:a16="http://schemas.microsoft.com/office/drawing/2014/main" id="{45EDBA9A-BBB2-C38B-35AA-3332717F4174}"/>
              </a:ext>
              <a:ext uri="{C183D7F6-B498-43B3-948B-1728B52AA6E4}">
                <adec:decorative xmlns:adec="http://schemas.microsoft.com/office/drawing/2017/decorative" val="1"/>
              </a:ext>
            </a:extLst>
          </p:cNvPr>
          <p:cNvSpPr/>
          <p:nvPr userDrawn="1"/>
        </p:nvSpPr>
        <p:spPr>
          <a:xfrm>
            <a:off x="10927775" y="613410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34B859A9-1821-2589-D888-96C351D1AE1D}"/>
              </a:ext>
              <a:ext uri="{C183D7F6-B498-43B3-948B-1728B52AA6E4}">
                <adec:decorative xmlns:adec="http://schemas.microsoft.com/office/drawing/2017/decorative" val="1"/>
              </a:ext>
            </a:extLst>
          </p:cNvPr>
          <p:cNvSpPr/>
          <p:nvPr userDrawn="1"/>
        </p:nvSpPr>
        <p:spPr>
          <a:xfrm>
            <a:off x="0" y="-7294"/>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Date Placeholder 9">
            <a:extLst>
              <a:ext uri="{FF2B5EF4-FFF2-40B4-BE49-F238E27FC236}">
                <a16:creationId xmlns:a16="http://schemas.microsoft.com/office/drawing/2014/main" id="{15AB366C-F93E-3AFB-D35B-4BC82E7C6ADC}"/>
              </a:ext>
            </a:extLst>
          </p:cNvPr>
          <p:cNvSpPr>
            <a:spLocks noGrp="1"/>
          </p:cNvSpPr>
          <p:nvPr>
            <p:ph type="dt" sz="half" idx="15"/>
          </p:nvPr>
        </p:nvSpPr>
        <p:spPr/>
        <p:txBody>
          <a:bodyPr/>
          <a:lstStyle/>
          <a:p>
            <a:r>
              <a:rPr lang="en-US" altLang="zh-CN"/>
              <a:t>03/13/2025</a:t>
            </a:r>
          </a:p>
        </p:txBody>
      </p:sp>
      <p:sp>
        <p:nvSpPr>
          <p:cNvPr id="11" name="Footer Placeholder 10">
            <a:extLst>
              <a:ext uri="{FF2B5EF4-FFF2-40B4-BE49-F238E27FC236}">
                <a16:creationId xmlns:a16="http://schemas.microsoft.com/office/drawing/2014/main" id="{BE31A400-7DBA-6924-5C88-174738A75FCE}"/>
              </a:ext>
            </a:extLst>
          </p:cNvPr>
          <p:cNvSpPr>
            <a:spLocks noGrp="1"/>
          </p:cNvSpPr>
          <p:nvPr>
            <p:ph type="ftr" sz="quarter" idx="16"/>
          </p:nvPr>
        </p:nvSpPr>
        <p:spPr/>
        <p:txBody>
          <a:bodyPr/>
          <a:lstStyle/>
          <a:p>
            <a:r>
              <a:rPr lang="en-US" altLang="zh-CN"/>
              <a:t>Sample Footer Text</a:t>
            </a:r>
          </a:p>
        </p:txBody>
      </p:sp>
      <p:sp>
        <p:nvSpPr>
          <p:cNvPr id="15" name="Slide Number Placeholder 14">
            <a:extLst>
              <a:ext uri="{FF2B5EF4-FFF2-40B4-BE49-F238E27FC236}">
                <a16:creationId xmlns:a16="http://schemas.microsoft.com/office/drawing/2014/main" id="{33C60CDC-3D11-6ABE-B5A5-D820E8ED6608}"/>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
        <p:nvSpPr>
          <p:cNvPr id="2" name="Content Placeholder 7">
            <a:extLst>
              <a:ext uri="{FF2B5EF4-FFF2-40B4-BE49-F238E27FC236}">
                <a16:creationId xmlns:a16="http://schemas.microsoft.com/office/drawing/2014/main" id="{58BA97A0-54BE-6E1F-F43D-7D7A45D74242}"/>
              </a:ext>
            </a:extLst>
          </p:cNvPr>
          <p:cNvSpPr>
            <a:spLocks noGrp="1"/>
          </p:cNvSpPr>
          <p:nvPr>
            <p:ph sz="quarter" idx="18"/>
          </p:nvPr>
        </p:nvSpPr>
        <p:spPr>
          <a:xfrm>
            <a:off x="844000" y="2548648"/>
            <a:ext cx="4361689" cy="3477432"/>
          </a:xfrm>
        </p:spPr>
        <p:txBody>
          <a:bodyPr lIns="0" tIns="0" rIns="0" bIns="0" anchor="t">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59120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25064" y="825622"/>
            <a:ext cx="4522936" cy="932688"/>
          </a:xfrm>
        </p:spPr>
        <p:txBody>
          <a:bodyPr lIns="0" tIns="0" rIns="0" bIns="0" anchor="b">
            <a:no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30231" y="1970468"/>
            <a:ext cx="4512601" cy="4055611"/>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8"/>
            <a:ext cx="5648242" cy="5194161"/>
          </a:xfrm>
        </p:spPr>
        <p:txBody>
          <a:bodyPr/>
          <a:lstStyle/>
          <a:p>
            <a:endParaRPr lang="en-US"/>
          </a:p>
        </p:txBody>
      </p:sp>
      <p:sp>
        <p:nvSpPr>
          <p:cNvPr id="3" name="Freeform 10">
            <a:extLst>
              <a:ext uri="{FF2B5EF4-FFF2-40B4-BE49-F238E27FC236}">
                <a16:creationId xmlns:a16="http://schemas.microsoft.com/office/drawing/2014/main" id="{1CDF053D-9E1A-5ADF-E378-BC1B594D5795}"/>
              </a:ext>
              <a:ext uri="{C183D7F6-B498-43B3-948B-1728B52AA6E4}">
                <adec:decorative xmlns:adec="http://schemas.microsoft.com/office/drawing/2017/decorative" val="1"/>
              </a:ext>
            </a:extLst>
          </p:cNvPr>
          <p:cNvSpPr/>
          <p:nvPr userDrawn="1"/>
        </p:nvSpPr>
        <p:spPr>
          <a:xfrm>
            <a:off x="0" y="613410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E3C03305-0727-063D-F65D-52727C590A27}"/>
              </a:ext>
              <a:ext uri="{C183D7F6-B498-43B3-948B-1728B52AA6E4}">
                <adec:decorative xmlns:adec="http://schemas.microsoft.com/office/drawing/2017/decorative" val="1"/>
              </a:ext>
            </a:extLst>
          </p:cNvPr>
          <p:cNvSpPr/>
          <p:nvPr userDrawn="1"/>
        </p:nvSpPr>
        <p:spPr>
          <a:xfrm>
            <a:off x="10927775" y="0"/>
            <a:ext cx="1264225"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AE5F2C52-862C-D359-D97F-E2F4BD5C67CA}"/>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85675291-1615-B740-A2A2-550AA0A85377}"/>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4AC1A756-7B83-B6D1-BB4B-EDA9B21DA39C}"/>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0734579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490" y="831919"/>
            <a:ext cx="4572000" cy="932688"/>
          </a:xfrm>
        </p:spPr>
        <p:txBody>
          <a:bodyPr lIns="0" tIns="0" rIns="0" bIns="0" anchor="b">
            <a:no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73616" y="1892623"/>
            <a:ext cx="4572000" cy="4133457"/>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5917721" y="831919"/>
            <a:ext cx="5430280" cy="5194162"/>
          </a:xfrm>
        </p:spPr>
        <p:txBody>
          <a:bodyPr/>
          <a:lstStyle/>
          <a:p>
            <a:endParaRPr lang="en-US"/>
          </a:p>
        </p:txBody>
      </p:sp>
      <p:sp>
        <p:nvSpPr>
          <p:cNvPr id="12" name="Freeform 17">
            <a:extLst>
              <a:ext uri="{FF2B5EF4-FFF2-40B4-BE49-F238E27FC236}">
                <a16:creationId xmlns:a16="http://schemas.microsoft.com/office/drawing/2014/main" id="{039F7129-301F-37A1-8705-D22FCF30EF79}"/>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3" name="Freeform 17">
            <a:extLst>
              <a:ext uri="{FF2B5EF4-FFF2-40B4-BE49-F238E27FC236}">
                <a16:creationId xmlns:a16="http://schemas.microsoft.com/office/drawing/2014/main" id="{498D78AA-FF02-2016-CF6A-C287F8BFBE76}"/>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 name="Freeform 17">
            <a:extLst>
              <a:ext uri="{FF2B5EF4-FFF2-40B4-BE49-F238E27FC236}">
                <a16:creationId xmlns:a16="http://schemas.microsoft.com/office/drawing/2014/main" id="{731F5CAE-1167-CB4F-9EA2-587063BB884D}"/>
              </a:ext>
              <a:ext uri="{C183D7F6-B498-43B3-948B-1728B52AA6E4}">
                <adec:decorative xmlns:adec="http://schemas.microsoft.com/office/drawing/2017/decorative" val="1"/>
              </a:ext>
            </a:extLst>
          </p:cNvPr>
          <p:cNvSpPr/>
          <p:nvPr userDrawn="1"/>
        </p:nvSpPr>
        <p:spPr>
          <a:xfrm>
            <a:off x="1" y="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4" name="Freeform 17">
            <a:extLst>
              <a:ext uri="{FF2B5EF4-FFF2-40B4-BE49-F238E27FC236}">
                <a16:creationId xmlns:a16="http://schemas.microsoft.com/office/drawing/2014/main" id="{C52FFC89-9C77-38D4-A1FD-0A2BAEA17C80}"/>
              </a:ext>
              <a:ext uri="{C183D7F6-B498-43B3-948B-1728B52AA6E4}">
                <adec:decorative xmlns:adec="http://schemas.microsoft.com/office/drawing/2017/decorative" val="1"/>
              </a:ext>
            </a:extLst>
          </p:cNvPr>
          <p:cNvSpPr/>
          <p:nvPr userDrawn="1"/>
        </p:nvSpPr>
        <p:spPr>
          <a:xfrm flipV="1">
            <a:off x="0"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5" name="Date Placeholder 4">
            <a:extLst>
              <a:ext uri="{FF2B5EF4-FFF2-40B4-BE49-F238E27FC236}">
                <a16:creationId xmlns:a16="http://schemas.microsoft.com/office/drawing/2014/main" id="{A96BB193-0784-1AD4-B27A-84ED0D442753}"/>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07E318F5-7A38-F682-11AA-AE09CA3B7A03}"/>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32BA7C28-F8FB-B78B-439E-C789066057D6}"/>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8889236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46432" y="831918"/>
            <a:ext cx="3401568" cy="1527048"/>
          </a:xfrm>
        </p:spPr>
        <p:txBody>
          <a:bodyPr lIns="0" tIns="0" rIns="0" bIns="0" anchor="b">
            <a:no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46432" y="2539814"/>
            <a:ext cx="3401568" cy="348626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8"/>
            <a:ext cx="6740144" cy="5194161"/>
          </a:xfrm>
        </p:spPr>
        <p:txBody>
          <a:bodyPr/>
          <a:lstStyle/>
          <a:p>
            <a:endParaRPr lang="en-US"/>
          </a:p>
        </p:txBody>
      </p:sp>
      <p:sp>
        <p:nvSpPr>
          <p:cNvPr id="7" name="Freeform 17">
            <a:extLst>
              <a:ext uri="{FF2B5EF4-FFF2-40B4-BE49-F238E27FC236}">
                <a16:creationId xmlns:a16="http://schemas.microsoft.com/office/drawing/2014/main" id="{097690AD-7FA4-0418-6C03-72D30D2EA0AD}"/>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2" name="Freeform 17">
            <a:extLst>
              <a:ext uri="{FF2B5EF4-FFF2-40B4-BE49-F238E27FC236}">
                <a16:creationId xmlns:a16="http://schemas.microsoft.com/office/drawing/2014/main" id="{FC8158AE-2E1B-8E88-C942-74974BB4C221}"/>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 name="Freeform 10">
            <a:extLst>
              <a:ext uri="{FF2B5EF4-FFF2-40B4-BE49-F238E27FC236}">
                <a16:creationId xmlns:a16="http://schemas.microsoft.com/office/drawing/2014/main" id="{5ACE21C4-AC61-BA7B-3232-A517F53A3F31}"/>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B6C585C3-C0FA-D85B-2063-2C94D333BBD1}"/>
              </a:ext>
            </a:extLst>
          </p:cNvPr>
          <p:cNvSpPr>
            <a:spLocks noGrp="1"/>
          </p:cNvSpPr>
          <p:nvPr>
            <p:ph type="dt" sz="half" idx="15"/>
          </p:nvPr>
        </p:nvSpPr>
        <p:spPr/>
        <p:txBody>
          <a:bodyPr/>
          <a:lstStyle/>
          <a:p>
            <a:r>
              <a:rPr lang="en-US" altLang="zh-CN"/>
              <a:t>03/13/2025</a:t>
            </a:r>
          </a:p>
        </p:txBody>
      </p:sp>
      <p:sp>
        <p:nvSpPr>
          <p:cNvPr id="9" name="Footer Placeholder 8">
            <a:extLst>
              <a:ext uri="{FF2B5EF4-FFF2-40B4-BE49-F238E27FC236}">
                <a16:creationId xmlns:a16="http://schemas.microsoft.com/office/drawing/2014/main" id="{27039C9C-1C0E-8A85-3890-EF9EA31C5755}"/>
              </a:ext>
            </a:extLst>
          </p:cNvPr>
          <p:cNvSpPr>
            <a:spLocks noGrp="1"/>
          </p:cNvSpPr>
          <p:nvPr>
            <p:ph type="ftr" sz="quarter" idx="16"/>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18E6F8DA-CA80-94AC-BE08-CBBC8037FC6F}"/>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736521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9"/>
            <a:ext cx="3401568" cy="1527048"/>
          </a:xfrm>
        </p:spPr>
        <p:txBody>
          <a:bodyPr lIns="0" tIns="0" rIns="0" bIns="0" anchor="b">
            <a:no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44000" y="2538248"/>
            <a:ext cx="3401568" cy="3487832"/>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761781" y="831919"/>
            <a:ext cx="6586220" cy="5194162"/>
          </a:xfrm>
        </p:spPr>
        <p:txBody>
          <a:bodyPr/>
          <a:lstStyle/>
          <a:p>
            <a:endParaRPr lang="en-US"/>
          </a:p>
        </p:txBody>
      </p:sp>
      <p:sp>
        <p:nvSpPr>
          <p:cNvPr id="9" name="Freeform 17">
            <a:extLst>
              <a:ext uri="{FF2B5EF4-FFF2-40B4-BE49-F238E27FC236}">
                <a16:creationId xmlns:a16="http://schemas.microsoft.com/office/drawing/2014/main" id="{93CD1190-01A7-D05B-1964-F61E740CD1C0}"/>
              </a:ext>
              <a:ext uri="{C183D7F6-B498-43B3-948B-1728B52AA6E4}">
                <adec:decorative xmlns:adec="http://schemas.microsoft.com/office/drawing/2017/decorative" val="1"/>
              </a:ext>
            </a:extLst>
          </p:cNvPr>
          <p:cNvSpPr/>
          <p:nvPr userDrawn="1"/>
        </p:nvSpPr>
        <p:spPr>
          <a:xfrm>
            <a:off x="1" y="6526801"/>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10" name="Freeform 17">
            <a:extLst>
              <a:ext uri="{FF2B5EF4-FFF2-40B4-BE49-F238E27FC236}">
                <a16:creationId xmlns:a16="http://schemas.microsoft.com/office/drawing/2014/main" id="{4A18FB04-9E36-8821-63A6-D2D4B3017ECC}"/>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Freeform 10">
            <a:extLst>
              <a:ext uri="{FF2B5EF4-FFF2-40B4-BE49-F238E27FC236}">
                <a16:creationId xmlns:a16="http://schemas.microsoft.com/office/drawing/2014/main" id="{2E234B26-4369-21D0-047C-F9011FF38D22}"/>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5F409FD1-17D3-3619-19C3-BB912570FEDE}"/>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FD7C7895-0784-619C-6257-88E7A3F26C4D}"/>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5792DFAC-502B-774F-51F2-AFC9F18FEACA}"/>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4374528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73454" y="831919"/>
            <a:ext cx="3273552" cy="2035696"/>
          </a:xfrm>
        </p:spPr>
        <p:txBody>
          <a:bodyPr lIns="0" tIns="0" rIns="0" bIns="0" anchor="b">
            <a:noAutofit/>
          </a:bodyPr>
          <a:lstStyle>
            <a:lvl1pPr>
              <a:defRPr b="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074448" y="2970092"/>
            <a:ext cx="3273552" cy="2953512"/>
          </a:xfrm>
        </p:spPr>
        <p:txBody>
          <a:bodyPr lIns="0" tIns="0" rIns="0" bIns="0">
            <a:no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9"/>
            <a:ext cx="6937365" cy="5091685"/>
          </a:xfrm>
        </p:spPr>
        <p:txBody>
          <a:bodyPr/>
          <a:lstStyle/>
          <a:p>
            <a:endParaRPr lang="en-US"/>
          </a:p>
        </p:txBody>
      </p:sp>
      <p:sp>
        <p:nvSpPr>
          <p:cNvPr id="4" name="Freeform 10">
            <a:extLst>
              <a:ext uri="{FF2B5EF4-FFF2-40B4-BE49-F238E27FC236}">
                <a16:creationId xmlns:a16="http://schemas.microsoft.com/office/drawing/2014/main" id="{BC616BFE-87E7-15B1-BE25-55D1A05BFFE2}"/>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7">
            <a:extLst>
              <a:ext uri="{FF2B5EF4-FFF2-40B4-BE49-F238E27FC236}">
                <a16:creationId xmlns:a16="http://schemas.microsoft.com/office/drawing/2014/main" id="{53E786F4-E71D-CFC6-78CC-37D06217179F}"/>
              </a:ext>
              <a:ext uri="{C183D7F6-B498-43B3-948B-1728B52AA6E4}">
                <adec:decorative xmlns:adec="http://schemas.microsoft.com/office/drawing/2017/decorative" val="1"/>
              </a:ext>
            </a:extLst>
          </p:cNvPr>
          <p:cNvSpPr/>
          <p:nvPr userDrawn="1"/>
        </p:nvSpPr>
        <p:spPr>
          <a:xfrm flipV="1">
            <a:off x="7768799" y="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5" name="Date Placeholder 4">
            <a:extLst>
              <a:ext uri="{FF2B5EF4-FFF2-40B4-BE49-F238E27FC236}">
                <a16:creationId xmlns:a16="http://schemas.microsoft.com/office/drawing/2014/main" id="{3F77F430-E16C-DB47-2D12-A6B6A0A530FB}"/>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9A589D42-6067-52C1-64C7-175E6BC6EB58}"/>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3B61FAC5-DA8E-3118-188C-90203A7E238F}"/>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5853372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p:spPr>
        <p:txBody>
          <a:bodyPr lIns="0" tIns="0" rIns="0" bIns="0" anchor="t">
            <a:norm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91351" y="4508939"/>
            <a:ext cx="5651393" cy="1516522"/>
          </a:xfrm>
        </p:spPr>
        <p:txBody>
          <a:bodyPr lIns="0" tIns="0" rIns="0" bIns="0">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sp>
        <p:nvSpPr>
          <p:cNvPr id="9" name="Freeform 17">
            <a:extLst>
              <a:ext uri="{FF2B5EF4-FFF2-40B4-BE49-F238E27FC236}">
                <a16:creationId xmlns:a16="http://schemas.microsoft.com/office/drawing/2014/main" id="{78D5D10E-35CF-5B74-29A6-11679EB8C8F2}"/>
              </a:ext>
              <a:ext uri="{C183D7F6-B498-43B3-948B-1728B52AA6E4}">
                <adec:decorative xmlns:adec="http://schemas.microsoft.com/office/drawing/2017/decorative" val="1"/>
              </a:ext>
            </a:extLst>
          </p:cNvPr>
          <p:cNvSpPr/>
          <p:nvPr userDrawn="1"/>
        </p:nvSpPr>
        <p:spPr>
          <a:xfrm flipV="1">
            <a:off x="7768799"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4" name="Freeform 10">
            <a:extLst>
              <a:ext uri="{FF2B5EF4-FFF2-40B4-BE49-F238E27FC236}">
                <a16:creationId xmlns:a16="http://schemas.microsoft.com/office/drawing/2014/main" id="{59F69B48-F459-FF66-26A9-7EC00C9F7B42}"/>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6" name="Date Placeholder 5">
            <a:extLst>
              <a:ext uri="{FF2B5EF4-FFF2-40B4-BE49-F238E27FC236}">
                <a16:creationId xmlns:a16="http://schemas.microsoft.com/office/drawing/2014/main" id="{4991EAAD-5E54-2080-2B9B-B19E843B643E}"/>
              </a:ext>
            </a:extLst>
          </p:cNvPr>
          <p:cNvSpPr>
            <a:spLocks noGrp="1"/>
          </p:cNvSpPr>
          <p:nvPr>
            <p:ph type="dt" sz="half" idx="15"/>
          </p:nvPr>
        </p:nvSpPr>
        <p:spPr/>
        <p:txBody>
          <a:bodyPr/>
          <a:lstStyle/>
          <a:p>
            <a:r>
              <a:rPr lang="en-US" altLang="zh-CN"/>
              <a:t>03/13/2025</a:t>
            </a:r>
          </a:p>
        </p:txBody>
      </p:sp>
      <p:sp>
        <p:nvSpPr>
          <p:cNvPr id="7" name="Footer Placeholder 6">
            <a:extLst>
              <a:ext uri="{FF2B5EF4-FFF2-40B4-BE49-F238E27FC236}">
                <a16:creationId xmlns:a16="http://schemas.microsoft.com/office/drawing/2014/main" id="{8A91084A-93AC-072A-7367-DE9AE048A7B1}"/>
              </a:ext>
            </a:extLst>
          </p:cNvPr>
          <p:cNvSpPr>
            <a:spLocks noGrp="1"/>
          </p:cNvSpPr>
          <p:nvPr>
            <p:ph type="ftr" sz="quarter" idx="16"/>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48BE4C08-656F-090F-ADE8-832DD695E70B}"/>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4254354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p:spPr>
        <p:txBody>
          <a:bodyPr lIns="0" tIns="0" rIns="0" bIns="0" anchor="t">
            <a:norm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2910" y="3785800"/>
            <a:ext cx="7366186" cy="2240280"/>
          </a:xfrm>
        </p:spPr>
        <p:txBody>
          <a:bodyPr lIns="0" tIns="0" rIns="0" bIns="0">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sp>
        <p:nvSpPr>
          <p:cNvPr id="4" name="Freeform 10">
            <a:extLst>
              <a:ext uri="{FF2B5EF4-FFF2-40B4-BE49-F238E27FC236}">
                <a16:creationId xmlns:a16="http://schemas.microsoft.com/office/drawing/2014/main" id="{CA4C43E1-0073-A35D-0A04-ED32FA1BF8FA}"/>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449555A3-9265-EF73-CF8C-45D64D56FFBE}"/>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573EBA73-01F9-86A4-00C2-B8F864FAFC2E}"/>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1246286F-948B-A354-C39B-0CCDE3D271B6}"/>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F60247BB-0B45-F3B8-2827-87B286ED5D4F}"/>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2634329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p:spPr>
        <p:txBody>
          <a:bodyPr lIns="0" tIns="0" rIns="0" bIns="0" anchor="t">
            <a:normAutofit/>
          </a:bodyPr>
          <a:lstStyle>
            <a:lvl1pPr>
              <a:defRPr sz="3200" b="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35972" y="839450"/>
            <a:ext cx="7312028" cy="2240280"/>
          </a:xfrm>
        </p:spPr>
        <p:txBody>
          <a:bodyPr lIns="0" tIns="0" rIns="0" bIns="0">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sp>
        <p:nvSpPr>
          <p:cNvPr id="4" name="Freeform 10">
            <a:extLst>
              <a:ext uri="{FF2B5EF4-FFF2-40B4-BE49-F238E27FC236}">
                <a16:creationId xmlns:a16="http://schemas.microsoft.com/office/drawing/2014/main" id="{DD85C6AE-2C4C-5E38-47AE-05318D667556}"/>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3071C948-EB93-1CA0-72C9-A49862E4C5DA}"/>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841D45D4-FE2B-EB10-39D7-EABDFE8EC6D1}"/>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B06E03B1-F337-4DE6-A553-B870A5400C4D}"/>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936CFA0A-FC5D-D0F9-EA38-A0E0E192373F}"/>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3370176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p:spPr>
        <p:txBody>
          <a:bodyPr lIns="0" tIns="0" rIns="0" bIns="0" anchor="ctr">
            <a:noAutofit/>
          </a:bodyPr>
          <a:lstStyle>
            <a:lvl1pPr>
              <a:defRPr b="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90520" y="2081048"/>
            <a:ext cx="4023360" cy="391861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10">
            <a:extLst>
              <a:ext uri="{FF2B5EF4-FFF2-40B4-BE49-F238E27FC236}">
                <a16:creationId xmlns:a16="http://schemas.microsoft.com/office/drawing/2014/main" id="{B879A9D4-2DE0-F5AB-C643-7D6C624F518D}"/>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0">
            <a:extLst>
              <a:ext uri="{FF2B5EF4-FFF2-40B4-BE49-F238E27FC236}">
                <a16:creationId xmlns:a16="http://schemas.microsoft.com/office/drawing/2014/main" id="{2D787054-1839-E686-38C1-14B88403914D}"/>
              </a:ext>
              <a:ext uri="{C183D7F6-B498-43B3-948B-1728B52AA6E4}">
                <adec:decorative xmlns:adec="http://schemas.microsoft.com/office/drawing/2017/decorative" val="1"/>
              </a:ext>
            </a:extLst>
          </p:cNvPr>
          <p:cNvSpPr/>
          <p:nvPr userDrawn="1"/>
        </p:nvSpPr>
        <p:spPr>
          <a:xfrm>
            <a:off x="11328000" y="2081048"/>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2385589B-ED64-F606-AD4D-82558DFE2F9D}"/>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52EE6E25-8F36-46AA-7353-63CD48AEA3D1}"/>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AF67EEA2-3419-D7B3-9621-57F8695BB18D}"/>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56887227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p:spPr>
        <p:txBody>
          <a:bodyPr lIns="0" tIns="0" rIns="0" bIns="0">
            <a:noAutofit/>
          </a:bodyPr>
          <a:lstStyle>
            <a:lvl1pPr>
              <a:defRPr sz="3600" b="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38648" y="831919"/>
            <a:ext cx="5609353" cy="5194161"/>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17">
            <a:extLst>
              <a:ext uri="{FF2B5EF4-FFF2-40B4-BE49-F238E27FC236}">
                <a16:creationId xmlns:a16="http://schemas.microsoft.com/office/drawing/2014/main" id="{9B5DC763-7A3E-F543-D730-F1D0DB8E7237}"/>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3" name="Freeform 10">
            <a:extLst>
              <a:ext uri="{FF2B5EF4-FFF2-40B4-BE49-F238E27FC236}">
                <a16:creationId xmlns:a16="http://schemas.microsoft.com/office/drawing/2014/main" id="{7BD5A08B-EED8-797D-F25E-F1027E0C2064}"/>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890AF34F-C900-E182-C79E-F87C625DAD1D}"/>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E7400220-A3EA-A5A4-0CE3-CD8DBA62B9D8}"/>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54A8548E-F7FA-ADF2-255A-A393995E048A}"/>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20C31298-3111-9F68-2490-97F4A8DB37EC}"/>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834263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73725"/>
            <a:ext cx="3657603" cy="1453896"/>
          </a:xfrm>
        </p:spPr>
        <p:txBody>
          <a:bodyPr lIns="0" tIns="0" rIns="0" bIns="0" anchor="t">
            <a:noAutofit/>
          </a:bodyPr>
          <a:lstStyle>
            <a:lvl1pPr>
              <a:defRPr sz="3200" b="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61186" y="831919"/>
            <a:ext cx="6586814" cy="515235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17">
            <a:extLst>
              <a:ext uri="{FF2B5EF4-FFF2-40B4-BE49-F238E27FC236}">
                <a16:creationId xmlns:a16="http://schemas.microsoft.com/office/drawing/2014/main" id="{05FFA936-7860-03EC-833F-6A837DCB4A4A}"/>
              </a:ext>
              <a:ext uri="{C183D7F6-B498-43B3-948B-1728B52AA6E4}">
                <adec:decorative xmlns:adec="http://schemas.microsoft.com/office/drawing/2017/decorative" val="1"/>
              </a:ext>
            </a:extLst>
          </p:cNvPr>
          <p:cNvSpPr/>
          <p:nvPr userDrawn="1"/>
        </p:nvSpPr>
        <p:spPr>
          <a:xfrm>
            <a:off x="1" y="6526800"/>
            <a:ext cx="12192000" cy="331199"/>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9" name="Freeform 17">
            <a:extLst>
              <a:ext uri="{FF2B5EF4-FFF2-40B4-BE49-F238E27FC236}">
                <a16:creationId xmlns:a16="http://schemas.microsoft.com/office/drawing/2014/main" id="{823AC08E-BB10-EDBA-C0E3-558A1F4618D4}"/>
              </a:ext>
              <a:ext uri="{C183D7F6-B498-43B3-948B-1728B52AA6E4}">
                <adec:decorative xmlns:adec="http://schemas.microsoft.com/office/drawing/2017/decorative" val="1"/>
              </a:ext>
            </a:extLst>
          </p:cNvPr>
          <p:cNvSpPr/>
          <p:nvPr userDrawn="1"/>
        </p:nvSpPr>
        <p:spPr>
          <a:xfrm flipV="1">
            <a:off x="0" y="6526800"/>
            <a:ext cx="4423201" cy="331200"/>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4" name="Freeform 10">
            <a:extLst>
              <a:ext uri="{FF2B5EF4-FFF2-40B4-BE49-F238E27FC236}">
                <a16:creationId xmlns:a16="http://schemas.microsoft.com/office/drawing/2014/main" id="{C362DB80-9F02-EB8E-FC5F-14EB115DD377}"/>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Date Placeholder 4">
            <a:extLst>
              <a:ext uri="{FF2B5EF4-FFF2-40B4-BE49-F238E27FC236}">
                <a16:creationId xmlns:a16="http://schemas.microsoft.com/office/drawing/2014/main" id="{62EEC586-446A-7442-E39B-030A8C7850C0}"/>
              </a:ext>
            </a:extLst>
          </p:cNvPr>
          <p:cNvSpPr>
            <a:spLocks noGrp="1"/>
          </p:cNvSpPr>
          <p:nvPr>
            <p:ph type="dt" sz="half" idx="15"/>
          </p:nvPr>
        </p:nvSpPr>
        <p:spPr/>
        <p:txBody>
          <a:bodyPr/>
          <a:lstStyle/>
          <a:p>
            <a:r>
              <a:rPr lang="en-US" altLang="zh-CN"/>
              <a:t>03/13/2025</a:t>
            </a:r>
          </a:p>
        </p:txBody>
      </p:sp>
      <p:sp>
        <p:nvSpPr>
          <p:cNvPr id="6" name="Footer Placeholder 5">
            <a:extLst>
              <a:ext uri="{FF2B5EF4-FFF2-40B4-BE49-F238E27FC236}">
                <a16:creationId xmlns:a16="http://schemas.microsoft.com/office/drawing/2014/main" id="{5F4B311C-F361-BA00-37B8-7634DBDFA2F8}"/>
              </a:ext>
            </a:extLst>
          </p:cNvPr>
          <p:cNvSpPr>
            <a:spLocks noGrp="1"/>
          </p:cNvSpPr>
          <p:nvPr>
            <p:ph type="ftr" sz="quarter" idx="16"/>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F0591745-C6C1-1702-1C5A-3F5C1383BD8B}"/>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6511395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Big Number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831918"/>
            <a:ext cx="10521992" cy="4069265"/>
          </a:xfrm>
        </p:spPr>
        <p:txBody>
          <a:bodyPr lIns="0" tIns="0" rIns="0" bIns="0" anchor="b">
            <a:noAutofit/>
          </a:bodyPr>
          <a:lstStyle>
            <a:lvl1pPr algn="l">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43999" y="5076496"/>
            <a:ext cx="7559021" cy="949583"/>
          </a:xfrm>
        </p:spPr>
        <p:txBody>
          <a:bodyPr lIns="0" tIns="0" rIns="0" bIns="0" anchor="t">
            <a:noAutofit/>
          </a:bodyPr>
          <a:lstStyle>
            <a:lvl1pPr marL="0" indent="0" algn="l">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reeform 10">
            <a:extLst>
              <a:ext uri="{FF2B5EF4-FFF2-40B4-BE49-F238E27FC236}">
                <a16:creationId xmlns:a16="http://schemas.microsoft.com/office/drawing/2014/main" id="{39E8EB8E-D63B-6AF9-B3A0-B05D41CD86F3}"/>
              </a:ext>
              <a:ext uri="{C183D7F6-B498-43B3-948B-1728B52AA6E4}">
                <adec:decorative xmlns:adec="http://schemas.microsoft.com/office/drawing/2017/decorative" val="1"/>
              </a:ext>
            </a:extLst>
          </p:cNvPr>
          <p:cNvSpPr/>
          <p:nvPr userDrawn="1"/>
        </p:nvSpPr>
        <p:spPr>
          <a:xfrm>
            <a:off x="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048AF7A1-40D5-5DBA-10C9-828BAC169E6A}"/>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7EEC1DE6-0C7C-1CAF-7C78-5D609369669E}"/>
              </a:ext>
            </a:extLst>
          </p:cNvPr>
          <p:cNvSpPr>
            <a:spLocks noGrp="1"/>
          </p:cNvSpPr>
          <p:nvPr>
            <p:ph type="dt" sz="half" idx="10"/>
          </p:nvPr>
        </p:nvSpPr>
        <p:spPr/>
        <p:txBody>
          <a:bodyPr/>
          <a:lstStyle/>
          <a:p>
            <a:r>
              <a:rPr lang="en-US" altLang="zh-CN"/>
              <a:t>03/13/2025</a:t>
            </a:r>
          </a:p>
        </p:txBody>
      </p:sp>
      <p:sp>
        <p:nvSpPr>
          <p:cNvPr id="5" name="Footer Placeholder 4">
            <a:extLst>
              <a:ext uri="{FF2B5EF4-FFF2-40B4-BE49-F238E27FC236}">
                <a16:creationId xmlns:a16="http://schemas.microsoft.com/office/drawing/2014/main" id="{C957C0A9-12CC-9AFC-8344-6631331199D1}"/>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442C7CCB-E1D6-437F-A321-AC311F055591}"/>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6071686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Big Numb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61992" y="831918"/>
            <a:ext cx="10486008" cy="3977825"/>
          </a:xfrm>
        </p:spPr>
        <p:txBody>
          <a:bodyPr lIns="0" tIns="0" rIns="0" bIns="0" anchor="b">
            <a:noAutofit/>
          </a:bodyPr>
          <a:lstStyle>
            <a:lvl1pPr algn="ctr">
              <a:defRPr sz="23200">
                <a:solidFill>
                  <a:schemeClr val="tx1"/>
                </a:solidFill>
              </a:defRPr>
            </a:lvl1pPr>
          </a:lstStyle>
          <a:p>
            <a:r>
              <a:rPr lang="en-US"/>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997668"/>
            <a:ext cx="7525512" cy="1028411"/>
          </a:xfrm>
        </p:spPr>
        <p:txBody>
          <a:bodyPr lIns="0" tIns="0" rIns="0" bIns="0" anchor="t">
            <a:no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Freeform 10">
            <a:extLst>
              <a:ext uri="{FF2B5EF4-FFF2-40B4-BE49-F238E27FC236}">
                <a16:creationId xmlns:a16="http://schemas.microsoft.com/office/drawing/2014/main" id="{90AE8DFC-9941-7AAD-BE59-0C47E3A3D351}"/>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Freeform 10">
            <a:extLst>
              <a:ext uri="{FF2B5EF4-FFF2-40B4-BE49-F238E27FC236}">
                <a16:creationId xmlns:a16="http://schemas.microsoft.com/office/drawing/2014/main" id="{4D599065-206D-B396-91F8-07BD1D0B158B}"/>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Date Placeholder 3">
            <a:extLst>
              <a:ext uri="{FF2B5EF4-FFF2-40B4-BE49-F238E27FC236}">
                <a16:creationId xmlns:a16="http://schemas.microsoft.com/office/drawing/2014/main" id="{5E3C41CC-3994-216B-257A-9EF40332D3C4}"/>
              </a:ext>
            </a:extLst>
          </p:cNvPr>
          <p:cNvSpPr>
            <a:spLocks noGrp="1"/>
          </p:cNvSpPr>
          <p:nvPr>
            <p:ph type="dt" sz="half" idx="10"/>
          </p:nvPr>
        </p:nvSpPr>
        <p:spPr/>
        <p:txBody>
          <a:bodyPr/>
          <a:lstStyle/>
          <a:p>
            <a:r>
              <a:rPr lang="en-US" altLang="zh-CN"/>
              <a:t>03/13/2025</a:t>
            </a:r>
          </a:p>
        </p:txBody>
      </p:sp>
      <p:sp>
        <p:nvSpPr>
          <p:cNvPr id="5" name="Footer Placeholder 4">
            <a:extLst>
              <a:ext uri="{FF2B5EF4-FFF2-40B4-BE49-F238E27FC236}">
                <a16:creationId xmlns:a16="http://schemas.microsoft.com/office/drawing/2014/main" id="{5FC14F33-A50F-76BC-E256-41A00023A063}"/>
              </a:ext>
            </a:extLst>
          </p:cNvPr>
          <p:cNvSpPr>
            <a:spLocks noGrp="1"/>
          </p:cNvSpPr>
          <p:nvPr>
            <p:ph type="ftr" sz="quarter" idx="11"/>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D468ED4B-8927-6920-5B11-CF5655D44608}"/>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4774989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p:spPr>
        <p:txBody>
          <a:bodyPr lIns="0" tIns="0" rIns="0" bIns="0" anchor="b">
            <a:noAutofit/>
          </a:bodyPr>
          <a:lstStyle>
            <a:lvl1pPr algn="ctr">
              <a:defRPr sz="23200">
                <a:solidFill>
                  <a:schemeClr val="bg2"/>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lIns="0" tIns="0" rIns="0" bIns="0" anchor="t">
            <a:noAutofit/>
          </a:bodyPr>
          <a:lstStyle>
            <a:lvl1pPr marL="0" indent="0" algn="ctr">
              <a:buNone/>
              <a:defRPr sz="2800" cap="none" baseline="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Date Placeholder 10">
            <a:extLst>
              <a:ext uri="{FF2B5EF4-FFF2-40B4-BE49-F238E27FC236}">
                <a16:creationId xmlns:a16="http://schemas.microsoft.com/office/drawing/2014/main" id="{8B8163FF-4732-F569-E5D9-9B6A2B0CAC57}"/>
              </a:ext>
            </a:extLst>
          </p:cNvPr>
          <p:cNvSpPr>
            <a:spLocks noGrp="1"/>
          </p:cNvSpPr>
          <p:nvPr>
            <p:ph type="dt" sz="half" idx="10"/>
          </p:nvPr>
        </p:nvSpPr>
        <p:spPr/>
        <p:txBody>
          <a:bodyPr/>
          <a:lstStyle>
            <a:lvl1pPr>
              <a:defRPr>
                <a:solidFill>
                  <a:schemeClr val="bg1"/>
                </a:solidFill>
              </a:defRPr>
            </a:lvl1pPr>
          </a:lstStyle>
          <a:p>
            <a:r>
              <a:rPr lang="en-US" altLang="zh-CN"/>
              <a:t>03/13/2025</a:t>
            </a:r>
          </a:p>
        </p:txBody>
      </p:sp>
      <p:sp>
        <p:nvSpPr>
          <p:cNvPr id="12" name="Footer Placeholder 11">
            <a:extLst>
              <a:ext uri="{FF2B5EF4-FFF2-40B4-BE49-F238E27FC236}">
                <a16:creationId xmlns:a16="http://schemas.microsoft.com/office/drawing/2014/main" id="{3058DED8-3ECE-DBAC-089A-2CA6ED299DA3}"/>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3" name="Slide Number Placeholder 12">
            <a:extLst>
              <a:ext uri="{FF2B5EF4-FFF2-40B4-BE49-F238E27FC236}">
                <a16:creationId xmlns:a16="http://schemas.microsoft.com/office/drawing/2014/main" id="{C21E5DAD-47E7-5589-A6AC-9B13B86A10E0}"/>
              </a:ext>
            </a:extLst>
          </p:cNvPr>
          <p:cNvSpPr>
            <a:spLocks noGrp="1"/>
          </p:cNvSpPr>
          <p:nvPr>
            <p:ph type="sldNum" sz="half" idx="12"/>
          </p:nvPr>
        </p:nvSpPr>
        <p:spPr/>
        <p:txBody>
          <a:bodyPr/>
          <a:lstStyle>
            <a:lvl1pPr>
              <a:defRPr>
                <a:solidFill>
                  <a:schemeClr val="bg1"/>
                </a:solidFill>
              </a:defRPr>
            </a:lvl1p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6925517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b="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6" name="Freeform 10">
            <a:extLst>
              <a:ext uri="{FF2B5EF4-FFF2-40B4-BE49-F238E27FC236}">
                <a16:creationId xmlns:a16="http://schemas.microsoft.com/office/drawing/2014/main" id="{FC2F8FA1-07E9-4B86-7FE6-89A713032427}"/>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0">
            <a:extLst>
              <a:ext uri="{FF2B5EF4-FFF2-40B4-BE49-F238E27FC236}">
                <a16:creationId xmlns:a16="http://schemas.microsoft.com/office/drawing/2014/main" id="{62EE4FA8-C14D-42BE-7F2F-3EC2A3256620}"/>
              </a:ext>
              <a:ext uri="{C183D7F6-B498-43B3-948B-1728B52AA6E4}">
                <adec:decorative xmlns:adec="http://schemas.microsoft.com/office/drawing/2017/decorative" val="1"/>
              </a:ext>
            </a:extLst>
          </p:cNvPr>
          <p:cNvSpPr/>
          <p:nvPr userDrawn="1"/>
        </p:nvSpPr>
        <p:spPr>
          <a:xfrm>
            <a:off x="1132800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D32A21E5-0951-8C64-839E-74A736BB5DFC}"/>
              </a:ext>
            </a:extLst>
          </p:cNvPr>
          <p:cNvSpPr>
            <a:spLocks noGrp="1"/>
          </p:cNvSpPr>
          <p:nvPr>
            <p:ph type="dt" sz="half" idx="14"/>
          </p:nvPr>
        </p:nvSpPr>
        <p:spPr/>
        <p:txBody>
          <a:bodyPr/>
          <a:lstStyle/>
          <a:p>
            <a:r>
              <a:rPr lang="en-US" altLang="zh-CN"/>
              <a:t>03/13/2025</a:t>
            </a:r>
          </a:p>
        </p:txBody>
      </p:sp>
      <p:sp>
        <p:nvSpPr>
          <p:cNvPr id="4" name="Footer Placeholder 3">
            <a:extLst>
              <a:ext uri="{FF2B5EF4-FFF2-40B4-BE49-F238E27FC236}">
                <a16:creationId xmlns:a16="http://schemas.microsoft.com/office/drawing/2014/main" id="{E6A661DC-AC19-7062-B8F5-8F4A2BB0F703}"/>
              </a:ext>
            </a:extLst>
          </p:cNvPr>
          <p:cNvSpPr>
            <a:spLocks noGrp="1"/>
          </p:cNvSpPr>
          <p:nvPr>
            <p:ph type="ftr" sz="quarter" idx="1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A7B27A9A-1BE2-BB2E-2CBA-D212DFEC3D75}"/>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93303527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lvl1pPr>
              <a:defRPr b="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8" name="Freeform 10">
            <a:extLst>
              <a:ext uri="{FF2B5EF4-FFF2-40B4-BE49-F238E27FC236}">
                <a16:creationId xmlns:a16="http://schemas.microsoft.com/office/drawing/2014/main" id="{22D94787-2437-0D44-4DC0-5BF87C1E4CC9}"/>
              </a:ext>
              <a:ext uri="{C183D7F6-B498-43B3-948B-1728B52AA6E4}">
                <adec:decorative xmlns:adec="http://schemas.microsoft.com/office/drawing/2017/decorative" val="1"/>
              </a:ext>
            </a:extLst>
          </p:cNvPr>
          <p:cNvSpPr/>
          <p:nvPr userDrawn="1"/>
        </p:nvSpPr>
        <p:spPr>
          <a:xfrm>
            <a:off x="1" y="6134100"/>
            <a:ext cx="185398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6" name="Freeform 10">
            <a:extLst>
              <a:ext uri="{FF2B5EF4-FFF2-40B4-BE49-F238E27FC236}">
                <a16:creationId xmlns:a16="http://schemas.microsoft.com/office/drawing/2014/main" id="{466DC4A4-5BC3-6A6B-8176-7BBAE4333D97}"/>
              </a:ext>
              <a:ext uri="{C183D7F6-B498-43B3-948B-1728B52AA6E4}">
                <adec:decorative xmlns:adec="http://schemas.microsoft.com/office/drawing/2017/decorative" val="1"/>
              </a:ext>
            </a:extLst>
          </p:cNvPr>
          <p:cNvSpPr/>
          <p:nvPr userDrawn="1"/>
        </p:nvSpPr>
        <p:spPr>
          <a:xfrm rot="5400000">
            <a:off x="10616942" y="363855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DFAC22A6-DAD3-172B-2EB3-FFCC78ECE83C}"/>
              </a:ext>
            </a:extLst>
          </p:cNvPr>
          <p:cNvSpPr>
            <a:spLocks noGrp="1"/>
          </p:cNvSpPr>
          <p:nvPr>
            <p:ph type="dt" sz="half" idx="14"/>
          </p:nvPr>
        </p:nvSpPr>
        <p:spPr/>
        <p:txBody>
          <a:bodyPr/>
          <a:lstStyle/>
          <a:p>
            <a:r>
              <a:rPr lang="en-US" altLang="zh-CN"/>
              <a:t>03/13/2025</a:t>
            </a:r>
          </a:p>
        </p:txBody>
      </p:sp>
      <p:sp>
        <p:nvSpPr>
          <p:cNvPr id="4" name="Footer Placeholder 3">
            <a:extLst>
              <a:ext uri="{FF2B5EF4-FFF2-40B4-BE49-F238E27FC236}">
                <a16:creationId xmlns:a16="http://schemas.microsoft.com/office/drawing/2014/main" id="{25E89CB7-4D3B-AFD6-E514-8785D7C63299}"/>
              </a:ext>
            </a:extLst>
          </p:cNvPr>
          <p:cNvSpPr>
            <a:spLocks noGrp="1"/>
          </p:cNvSpPr>
          <p:nvPr>
            <p:ph type="ftr" sz="quarter" idx="1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63FF7D4F-E910-621B-FBA2-BE8B3CADEED9}"/>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9197912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lIns="0" tIns="0" rIns="0" bIns="0">
            <a:noAutofit/>
          </a:bodyPr>
          <a:lstStyle>
            <a:lvl1pPr>
              <a:defRPr b="0"/>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lIns="0" tIns="0" rIns="0" bIns="0"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6" name="Freeform 10">
            <a:extLst>
              <a:ext uri="{FF2B5EF4-FFF2-40B4-BE49-F238E27FC236}">
                <a16:creationId xmlns:a16="http://schemas.microsoft.com/office/drawing/2014/main" id="{EC75204E-6665-1741-E3D7-F49BC009A08A}"/>
              </a:ext>
              <a:ext uri="{C183D7F6-B498-43B3-948B-1728B52AA6E4}">
                <adec:decorative xmlns:adec="http://schemas.microsoft.com/office/drawing/2017/decorative" val="1"/>
              </a:ext>
            </a:extLst>
          </p:cNvPr>
          <p:cNvSpPr/>
          <p:nvPr userDrawn="1"/>
        </p:nvSpPr>
        <p:spPr>
          <a:xfrm rot="5400000">
            <a:off x="10616942" y="1399798"/>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Freeform 10">
            <a:extLst>
              <a:ext uri="{FF2B5EF4-FFF2-40B4-BE49-F238E27FC236}">
                <a16:creationId xmlns:a16="http://schemas.microsoft.com/office/drawing/2014/main" id="{D185E67F-DBF6-C265-5156-18A6640D08CB}"/>
              </a:ext>
              <a:ext uri="{C183D7F6-B498-43B3-948B-1728B52AA6E4}">
                <adec:decorative xmlns:adec="http://schemas.microsoft.com/office/drawing/2017/decorative" val="1"/>
              </a:ext>
            </a:extLst>
          </p:cNvPr>
          <p:cNvSpPr/>
          <p:nvPr userDrawn="1"/>
        </p:nvSpPr>
        <p:spPr>
          <a:xfrm>
            <a:off x="10937497" y="5430012"/>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F7F634C7-BDBE-F74F-0DD6-497555F7400E}"/>
              </a:ext>
            </a:extLst>
          </p:cNvPr>
          <p:cNvSpPr>
            <a:spLocks noGrp="1"/>
          </p:cNvSpPr>
          <p:nvPr>
            <p:ph type="dt" sz="half" idx="14"/>
          </p:nvPr>
        </p:nvSpPr>
        <p:spPr/>
        <p:txBody>
          <a:bodyPr/>
          <a:lstStyle/>
          <a:p>
            <a:r>
              <a:rPr lang="en-US" altLang="zh-CN"/>
              <a:t>03/13/2025</a:t>
            </a:r>
          </a:p>
        </p:txBody>
      </p:sp>
      <p:sp>
        <p:nvSpPr>
          <p:cNvPr id="4" name="Footer Placeholder 3">
            <a:extLst>
              <a:ext uri="{FF2B5EF4-FFF2-40B4-BE49-F238E27FC236}">
                <a16:creationId xmlns:a16="http://schemas.microsoft.com/office/drawing/2014/main" id="{5C5398AA-835E-B4A0-899B-7F8F1FB510A1}"/>
              </a:ext>
            </a:extLst>
          </p:cNvPr>
          <p:cNvSpPr>
            <a:spLocks noGrp="1"/>
          </p:cNvSpPr>
          <p:nvPr>
            <p:ph type="ftr" sz="quarter" idx="15"/>
          </p:nvPr>
        </p:nvSpPr>
        <p:spPr/>
        <p:txBody>
          <a:bodyPr/>
          <a:lstStyle/>
          <a:p>
            <a:r>
              <a:rPr lang="en-US" altLang="zh-CN"/>
              <a:t>Sample Footer Text</a:t>
            </a:r>
          </a:p>
        </p:txBody>
      </p:sp>
      <p:sp>
        <p:nvSpPr>
          <p:cNvPr id="5" name="Slide Number Placeholder 4">
            <a:extLst>
              <a:ext uri="{FF2B5EF4-FFF2-40B4-BE49-F238E27FC236}">
                <a16:creationId xmlns:a16="http://schemas.microsoft.com/office/drawing/2014/main" id="{852C05F7-BD8A-E7E0-8BC7-A2AA2C1F712A}"/>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1018987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Quot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lIns="0" tIns="0" rIns="0" bIns="0" anchor="ctr">
            <a:noAutofit/>
          </a:bodyPr>
          <a:lstStyle>
            <a:lvl1pPr algn="l">
              <a:lnSpc>
                <a:spcPct val="100000"/>
              </a:lnSpc>
              <a:defRPr sz="40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lIns="0" tIns="0" rIns="0" bIns="0" anchor="ctr">
            <a:no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9" name="Freeform 10">
            <a:extLst>
              <a:ext uri="{FF2B5EF4-FFF2-40B4-BE49-F238E27FC236}">
                <a16:creationId xmlns:a16="http://schemas.microsoft.com/office/drawing/2014/main" id="{F962006A-7A6E-64B1-877A-0C57CD526750}"/>
              </a:ext>
              <a:ext uri="{C183D7F6-B498-43B3-948B-1728B52AA6E4}">
                <adec:decorative xmlns:adec="http://schemas.microsoft.com/office/drawing/2017/decorative" val="1"/>
              </a:ext>
            </a:extLst>
          </p:cNvPr>
          <p:cNvSpPr/>
          <p:nvPr userDrawn="1"/>
        </p:nvSpPr>
        <p:spPr>
          <a:xfrm rot="16200000">
            <a:off x="-851158" y="2655570"/>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Freeform 10">
            <a:extLst>
              <a:ext uri="{FF2B5EF4-FFF2-40B4-BE49-F238E27FC236}">
                <a16:creationId xmlns:a16="http://schemas.microsoft.com/office/drawing/2014/main" id="{EBC863B5-260B-6940-CC7B-7FEF1C9889AD}"/>
              </a:ext>
              <a:ext uri="{C183D7F6-B498-43B3-948B-1728B52AA6E4}">
                <adec:decorative xmlns:adec="http://schemas.microsoft.com/office/drawing/2017/decorative" val="1"/>
              </a:ext>
            </a:extLst>
          </p:cNvPr>
          <p:cNvSpPr/>
          <p:nvPr userDrawn="1"/>
        </p:nvSpPr>
        <p:spPr>
          <a:xfrm>
            <a:off x="10937497" y="5299974"/>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7" name="Date Placeholder 6">
            <a:extLst>
              <a:ext uri="{FF2B5EF4-FFF2-40B4-BE49-F238E27FC236}">
                <a16:creationId xmlns:a16="http://schemas.microsoft.com/office/drawing/2014/main" id="{0DB898FB-5C3D-C237-A1F3-7D1A698DEE61}"/>
              </a:ext>
            </a:extLst>
          </p:cNvPr>
          <p:cNvSpPr>
            <a:spLocks noGrp="1"/>
          </p:cNvSpPr>
          <p:nvPr>
            <p:ph type="dt" sz="half" idx="10"/>
          </p:nvPr>
        </p:nvSpPr>
        <p:spPr/>
        <p:txBody>
          <a:bodyPr/>
          <a:lstStyle/>
          <a:p>
            <a:r>
              <a:rPr lang="en-US" altLang="zh-CN"/>
              <a:t>03/13/2025</a:t>
            </a:r>
          </a:p>
        </p:txBody>
      </p:sp>
      <p:sp>
        <p:nvSpPr>
          <p:cNvPr id="8" name="Footer Placeholder 7">
            <a:extLst>
              <a:ext uri="{FF2B5EF4-FFF2-40B4-BE49-F238E27FC236}">
                <a16:creationId xmlns:a16="http://schemas.microsoft.com/office/drawing/2014/main" id="{CF9E07D4-DFB1-0BD8-ED01-8DBACA0B419C}"/>
              </a:ext>
            </a:extLst>
          </p:cNvPr>
          <p:cNvSpPr>
            <a:spLocks noGrp="1"/>
          </p:cNvSpPr>
          <p:nvPr>
            <p:ph type="ftr" sz="quarter" idx="11"/>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E4C0288F-EB42-E0B4-4B02-6E89CDA9DD18}"/>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40159268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Quote 2">
    <p:bg>
      <p:bgPr>
        <a:solidFill>
          <a:schemeClr val="tx1"/>
        </a:solidFill>
        <a:effectLst/>
      </p:bgPr>
    </p:bg>
    <p:spTree>
      <p:nvGrpSpPr>
        <p:cNvPr id="1" name=""/>
        <p:cNvGrpSpPr/>
        <p:nvPr/>
      </p:nvGrpSpPr>
      <p:grpSpPr>
        <a:xfrm>
          <a:off x="0" y="0"/>
          <a:ext cx="0" cy="0"/>
          <a:chOff x="0" y="0"/>
          <a:chExt cx="0" cy="0"/>
        </a:xfrm>
      </p:grpSpPr>
      <p:sp>
        <p:nvSpPr>
          <p:cNvPr id="8" name="Rectangle 6">
            <a:extLst>
              <a:ext uri="{FF2B5EF4-FFF2-40B4-BE49-F238E27FC236}">
                <a16:creationId xmlns:a16="http://schemas.microsoft.com/office/drawing/2014/main" id="{005E8BA8-BCB0-A21C-E1D5-6671C670E62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344168"/>
            <a:ext cx="9198864" cy="3291840"/>
          </a:xfrm>
        </p:spPr>
        <p:txBody>
          <a:bodyPr lIns="0" tIns="0" rIns="0" bIns="0" anchor="ctr">
            <a:noAutofit/>
          </a:bodyPr>
          <a:lstStyle>
            <a:lvl1pPr algn="l">
              <a:lnSpc>
                <a:spcPct val="100000"/>
              </a:lnSpc>
              <a:defRPr sz="4000" b="0">
                <a:solidFill>
                  <a:schemeClr val="bg2"/>
                </a:solidFill>
              </a:defRPr>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349240"/>
            <a:ext cx="9198864" cy="466344"/>
          </a:xfrm>
        </p:spPr>
        <p:txBody>
          <a:bodyPr lIns="0" tIns="0" rIns="0" bIns="0" anchor="ctr">
            <a:noAutofit/>
          </a:bodyPr>
          <a:lstStyle>
            <a:lvl1pPr marL="0" indent="0" algn="l">
              <a:buNone/>
              <a:defRPr sz="2200" b="1">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4" name="Date Placeholder 3">
            <a:extLst>
              <a:ext uri="{FF2B5EF4-FFF2-40B4-BE49-F238E27FC236}">
                <a16:creationId xmlns:a16="http://schemas.microsoft.com/office/drawing/2014/main" id="{386F67E0-E1D7-D3B1-13D7-00781534F2F5}"/>
              </a:ext>
            </a:extLst>
          </p:cNvPr>
          <p:cNvSpPr>
            <a:spLocks noGrp="1"/>
          </p:cNvSpPr>
          <p:nvPr>
            <p:ph type="dt" sz="half" idx="10"/>
          </p:nvPr>
        </p:nvSpPr>
        <p:spPr/>
        <p:txBody>
          <a:bodyPr/>
          <a:lstStyle>
            <a:lvl1pPr>
              <a:defRPr>
                <a:solidFill>
                  <a:schemeClr val="bg1"/>
                </a:solidFill>
              </a:defRPr>
            </a:lvl1pPr>
          </a:lstStyle>
          <a:p>
            <a:r>
              <a:rPr lang="en-US" altLang="zh-CN"/>
              <a:t>03/13/2025</a:t>
            </a:r>
          </a:p>
        </p:txBody>
      </p:sp>
      <p:sp>
        <p:nvSpPr>
          <p:cNvPr id="5" name="Footer Placeholder 4">
            <a:extLst>
              <a:ext uri="{FF2B5EF4-FFF2-40B4-BE49-F238E27FC236}">
                <a16:creationId xmlns:a16="http://schemas.microsoft.com/office/drawing/2014/main" id="{2954D3C5-6449-30B8-7A03-C30374179021}"/>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6" name="Slide Number Placeholder 5">
            <a:extLst>
              <a:ext uri="{FF2B5EF4-FFF2-40B4-BE49-F238E27FC236}">
                <a16:creationId xmlns:a16="http://schemas.microsoft.com/office/drawing/2014/main" id="{A98957B6-1D68-2616-29D0-E0C8BAD6C60D}"/>
              </a:ext>
            </a:extLst>
          </p:cNvPr>
          <p:cNvSpPr>
            <a:spLocks noGrp="1"/>
          </p:cNvSpPr>
          <p:nvPr>
            <p:ph type="sldNum" sz="half" idx="12"/>
          </p:nvPr>
        </p:nvSpPr>
        <p:spPr/>
        <p:txBody>
          <a:bodyPr/>
          <a:lstStyle>
            <a:lvl1pPr>
              <a:defRPr>
                <a:solidFill>
                  <a:schemeClr val="bg1"/>
                </a:solidFill>
              </a:defRPr>
            </a:lvl1p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4227561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44000" y="1234440"/>
            <a:ext cx="8961120" cy="3169920"/>
          </a:xfrm>
        </p:spPr>
        <p:txBody>
          <a:bodyPr lIns="0" tIns="0" rIns="0" bIns="0" anchor="ctr">
            <a:noAutofit/>
          </a:bodyPr>
          <a:lstStyle>
            <a:lvl1pPr algn="l">
              <a:lnSpc>
                <a:spcPct val="100000"/>
              </a:lnSpc>
              <a:defRPr sz="4400" b="0"/>
            </a:lvl1pPr>
          </a:lstStyle>
          <a:p>
            <a:r>
              <a:rPr lang="en-US"/>
              <a:t>Click to edit Quote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841793" y="5540026"/>
            <a:ext cx="8961120" cy="466344"/>
          </a:xfrm>
        </p:spPr>
        <p:txBody>
          <a:bodyPr lIns="0" tIns="0" rIns="0" bIns="0" anchor="ctr">
            <a:noAutofit/>
          </a:bodyPr>
          <a:lstStyle>
            <a:lvl1pPr marL="0" indent="0" algn="l">
              <a:buNone/>
              <a:defRPr sz="22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Quote Author</a:t>
            </a:r>
          </a:p>
        </p:txBody>
      </p:sp>
      <p:sp>
        <p:nvSpPr>
          <p:cNvPr id="13" name="Freeform 17">
            <a:extLst>
              <a:ext uri="{FF2B5EF4-FFF2-40B4-BE49-F238E27FC236}">
                <a16:creationId xmlns:a16="http://schemas.microsoft.com/office/drawing/2014/main" id="{D6ABBB03-AFDB-81BD-70C3-D82D136C82C6}"/>
              </a:ext>
              <a:ext uri="{C183D7F6-B498-43B3-948B-1728B52AA6E4}">
                <adec:decorative xmlns:adec="http://schemas.microsoft.com/office/drawing/2017/decorative" val="1"/>
              </a:ext>
            </a:extLst>
          </p:cNvPr>
          <p:cNvSpPr/>
          <p:nvPr userDrawn="1"/>
        </p:nvSpPr>
        <p:spPr>
          <a:xfrm rot="16200000">
            <a:off x="9704644" y="2904067"/>
            <a:ext cx="3924846" cy="1049867"/>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7" name="Date Placeholder 6">
            <a:extLst>
              <a:ext uri="{FF2B5EF4-FFF2-40B4-BE49-F238E27FC236}">
                <a16:creationId xmlns:a16="http://schemas.microsoft.com/office/drawing/2014/main" id="{454DF4FF-0F4F-E0DF-A8BE-06843DB7F32F}"/>
              </a:ext>
            </a:extLst>
          </p:cNvPr>
          <p:cNvSpPr>
            <a:spLocks noGrp="1"/>
          </p:cNvSpPr>
          <p:nvPr>
            <p:ph type="dt" sz="half" idx="10"/>
          </p:nvPr>
        </p:nvSpPr>
        <p:spPr/>
        <p:txBody>
          <a:bodyPr/>
          <a:lstStyle/>
          <a:p>
            <a:r>
              <a:rPr lang="en-US" altLang="zh-CN"/>
              <a:t>03/13/2025</a:t>
            </a:r>
          </a:p>
        </p:txBody>
      </p:sp>
      <p:sp>
        <p:nvSpPr>
          <p:cNvPr id="8" name="Footer Placeholder 7">
            <a:extLst>
              <a:ext uri="{FF2B5EF4-FFF2-40B4-BE49-F238E27FC236}">
                <a16:creationId xmlns:a16="http://schemas.microsoft.com/office/drawing/2014/main" id="{59DC9C00-2D6F-F5A7-EBD5-B98FD68BB654}"/>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56F8A836-067A-6986-1DD8-8B993AF731B2}"/>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84385625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p:spPr>
        <p:txBody>
          <a:bodyPr lIns="0" tIns="0" rIns="0" bIns="0">
            <a:noAutofit/>
          </a:bodyPr>
          <a:lstStyle>
            <a:lvl1pPr>
              <a:defRPr b="0"/>
            </a:lvl1pPr>
          </a:lstStyle>
          <a:p>
            <a:r>
              <a:rPr lang="en-US"/>
              <a:t>Click to edit Master title style</a:t>
            </a:r>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838200" y="2147455"/>
            <a:ext cx="5181600" cy="387862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172200" y="2147455"/>
            <a:ext cx="5181600" cy="3878625"/>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reeform 10">
            <a:extLst>
              <a:ext uri="{FF2B5EF4-FFF2-40B4-BE49-F238E27FC236}">
                <a16:creationId xmlns:a16="http://schemas.microsoft.com/office/drawing/2014/main" id="{FEF54682-8F32-1FB8-5785-1FA2F6F71C9A}"/>
              </a:ext>
              <a:ext uri="{C183D7F6-B498-43B3-948B-1728B52AA6E4}">
                <adec:decorative xmlns:adec="http://schemas.microsoft.com/office/drawing/2017/decorative" val="1"/>
              </a:ext>
            </a:extLst>
          </p:cNvPr>
          <p:cNvSpPr/>
          <p:nvPr userDrawn="1"/>
        </p:nvSpPr>
        <p:spPr>
          <a:xfrm rot="5400000">
            <a:off x="10616942" y="4451022"/>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4" name="Freeform 10">
            <a:extLst>
              <a:ext uri="{FF2B5EF4-FFF2-40B4-BE49-F238E27FC236}">
                <a16:creationId xmlns:a16="http://schemas.microsoft.com/office/drawing/2014/main" id="{A3A95296-5CDA-E3B3-0B57-4566F9E12B3A}"/>
              </a:ext>
              <a:ext uri="{C183D7F6-B498-43B3-948B-1728B52AA6E4}">
                <adec:decorative xmlns:adec="http://schemas.microsoft.com/office/drawing/2017/decorative" val="1"/>
              </a:ext>
            </a:extLst>
          </p:cNvPr>
          <p:cNvSpPr/>
          <p:nvPr userDrawn="1"/>
        </p:nvSpPr>
        <p:spPr>
          <a:xfrm rot="16200000">
            <a:off x="-265301" y="1097222"/>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19759082-3FD3-AD43-8FA5-565BDFB9ED34}"/>
              </a:ext>
            </a:extLst>
          </p:cNvPr>
          <p:cNvSpPr>
            <a:spLocks noGrp="1"/>
          </p:cNvSpPr>
          <p:nvPr>
            <p:ph type="dt" sz="half" idx="15"/>
          </p:nvPr>
        </p:nvSpPr>
        <p:spPr/>
        <p:txBody>
          <a:bodyPr/>
          <a:lstStyle/>
          <a:p>
            <a:r>
              <a:rPr lang="en-US" altLang="zh-CN"/>
              <a:t>03/13/2025</a:t>
            </a:r>
          </a:p>
        </p:txBody>
      </p:sp>
      <p:sp>
        <p:nvSpPr>
          <p:cNvPr id="10" name="Footer Placeholder 9">
            <a:extLst>
              <a:ext uri="{FF2B5EF4-FFF2-40B4-BE49-F238E27FC236}">
                <a16:creationId xmlns:a16="http://schemas.microsoft.com/office/drawing/2014/main" id="{88590839-8D9C-7FDA-3B8C-73E3E1A5E3C7}"/>
              </a:ext>
            </a:extLst>
          </p:cNvPr>
          <p:cNvSpPr>
            <a:spLocks noGrp="1"/>
          </p:cNvSpPr>
          <p:nvPr>
            <p:ph type="ftr" sz="quarter" idx="16"/>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C5657629-536B-9BFB-EC51-1247E178D54F}"/>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0904208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p:spPr>
        <p:txBody>
          <a:bodyPr lIns="0" tIns="0" rIns="0" bIns="0">
            <a:noAutofit/>
          </a:bodyPr>
          <a:lstStyle>
            <a:lvl1pPr>
              <a:defRPr b="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lIns="0" tIns="0" rIns="0" bIns="0" anchor="b">
            <a:no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844000" y="2844801"/>
            <a:ext cx="5157788" cy="3174212"/>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lIns="0" tIns="0" rIns="0" bIns="0" anchor="b">
            <a:no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164812" y="2844801"/>
            <a:ext cx="5183188" cy="3174212"/>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17">
            <a:extLst>
              <a:ext uri="{FF2B5EF4-FFF2-40B4-BE49-F238E27FC236}">
                <a16:creationId xmlns:a16="http://schemas.microsoft.com/office/drawing/2014/main" id="{74B0C123-9686-1617-39D2-ADE5CB58648D}"/>
              </a:ext>
              <a:ext uri="{C183D7F6-B498-43B3-948B-1728B52AA6E4}">
                <adec:decorative xmlns:adec="http://schemas.microsoft.com/office/drawing/2017/decorative" val="1"/>
              </a:ext>
            </a:extLst>
          </p:cNvPr>
          <p:cNvSpPr/>
          <p:nvPr userDrawn="1"/>
        </p:nvSpPr>
        <p:spPr>
          <a:xfrm>
            <a:off x="1" y="6298167"/>
            <a:ext cx="12192000" cy="559834"/>
          </a:xfrm>
          <a:custGeom>
            <a:avLst/>
            <a:gdLst/>
            <a:ahLst/>
            <a:cxnLst/>
            <a:rect l="l" t="t" r="r" b="b"/>
            <a:pathLst>
              <a:path w="5072131" h="573308">
                <a:moveTo>
                  <a:pt x="0" y="0"/>
                </a:moveTo>
                <a:lnTo>
                  <a:pt x="5072131" y="0"/>
                </a:lnTo>
                <a:lnTo>
                  <a:pt x="5072131" y="573308"/>
                </a:lnTo>
                <a:lnTo>
                  <a:pt x="0" y="573308"/>
                </a:lnTo>
                <a:close/>
              </a:path>
            </a:pathLst>
          </a:custGeom>
          <a:solidFill>
            <a:schemeClr val="accent1"/>
          </a:solidFill>
        </p:spPr>
        <p:txBody>
          <a:bodyPr/>
          <a:lstStyle/>
          <a:p>
            <a:endParaRPr lang="zh-CN" altLang="en-US"/>
          </a:p>
        </p:txBody>
      </p:sp>
      <p:sp>
        <p:nvSpPr>
          <p:cNvPr id="6" name="Freeform 17">
            <a:extLst>
              <a:ext uri="{FF2B5EF4-FFF2-40B4-BE49-F238E27FC236}">
                <a16:creationId xmlns:a16="http://schemas.microsoft.com/office/drawing/2014/main" id="{E0D3B3C2-1BB1-17EC-DF54-658C48FEB3D8}"/>
              </a:ext>
              <a:ext uri="{C183D7F6-B498-43B3-948B-1728B52AA6E4}">
                <adec:decorative xmlns:adec="http://schemas.microsoft.com/office/drawing/2017/decorative" val="1"/>
              </a:ext>
            </a:extLst>
          </p:cNvPr>
          <p:cNvSpPr/>
          <p:nvPr userDrawn="1"/>
        </p:nvSpPr>
        <p:spPr>
          <a:xfrm flipV="1">
            <a:off x="7768799" y="6298164"/>
            <a:ext cx="4423201" cy="559836"/>
          </a:xfrm>
          <a:custGeom>
            <a:avLst/>
            <a:gdLst/>
            <a:ahLst/>
            <a:cxnLst/>
            <a:rect l="l" t="t" r="r" b="b"/>
            <a:pathLst>
              <a:path w="5072131" h="573308">
                <a:moveTo>
                  <a:pt x="0" y="0"/>
                </a:moveTo>
                <a:lnTo>
                  <a:pt x="5072131" y="0"/>
                </a:lnTo>
                <a:lnTo>
                  <a:pt x="5072131" y="573308"/>
                </a:lnTo>
                <a:lnTo>
                  <a:pt x="0" y="573308"/>
                </a:lnTo>
                <a:close/>
              </a:path>
            </a:pathLst>
          </a:custGeom>
          <a:solidFill>
            <a:schemeClr val="accent1">
              <a:lumMod val="60000"/>
              <a:lumOff val="40000"/>
            </a:schemeClr>
          </a:solidFill>
        </p:spPr>
        <p:txBody>
          <a:bodyPr/>
          <a:lstStyle/>
          <a:p>
            <a:endParaRPr lang="zh-CN" altLang="en-US"/>
          </a:p>
        </p:txBody>
      </p:sp>
      <p:sp>
        <p:nvSpPr>
          <p:cNvPr id="10" name="Date Placeholder 9">
            <a:extLst>
              <a:ext uri="{FF2B5EF4-FFF2-40B4-BE49-F238E27FC236}">
                <a16:creationId xmlns:a16="http://schemas.microsoft.com/office/drawing/2014/main" id="{85C3E60D-570F-0D6C-C377-531B3091F593}"/>
              </a:ext>
            </a:extLst>
          </p:cNvPr>
          <p:cNvSpPr>
            <a:spLocks noGrp="1"/>
          </p:cNvSpPr>
          <p:nvPr>
            <p:ph type="dt" sz="half" idx="15"/>
          </p:nvPr>
        </p:nvSpPr>
        <p:spPr/>
        <p:txBody>
          <a:bodyPr/>
          <a:lstStyle/>
          <a:p>
            <a:r>
              <a:rPr lang="en-US" altLang="zh-CN"/>
              <a:t>03/13/2025</a:t>
            </a:r>
          </a:p>
        </p:txBody>
      </p:sp>
      <p:sp>
        <p:nvSpPr>
          <p:cNvPr id="12" name="Footer Placeholder 11">
            <a:extLst>
              <a:ext uri="{FF2B5EF4-FFF2-40B4-BE49-F238E27FC236}">
                <a16:creationId xmlns:a16="http://schemas.microsoft.com/office/drawing/2014/main" id="{D937B375-5A3B-9658-B6A4-93F05EA8B183}"/>
              </a:ext>
            </a:extLst>
          </p:cNvPr>
          <p:cNvSpPr>
            <a:spLocks noGrp="1"/>
          </p:cNvSpPr>
          <p:nvPr>
            <p:ph type="ftr" sz="quarter" idx="16"/>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A51FFEBF-4C88-45B8-F189-5E606F1BA5E8}"/>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13814388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886783"/>
            <a:ext cx="10504000" cy="1132258"/>
          </a:xfrm>
        </p:spPr>
        <p:txBody>
          <a:bodyPr lIns="0" tIns="0" rIns="0" bIns="0" anchor="ctr">
            <a:noAutofit/>
          </a:bodyPr>
          <a:lstStyle>
            <a:lvl1pPr algn="ctr">
              <a:defRPr sz="3600" b="0"/>
            </a:lvl1pPr>
          </a:lstStyle>
          <a:p>
            <a:r>
              <a:rPr lang="en-US"/>
              <a:t>Click to edit Master title style</a:t>
            </a:r>
          </a:p>
        </p:txBody>
      </p:sp>
      <p:sp>
        <p:nvSpPr>
          <p:cNvPr id="4" name="Freeform 10">
            <a:extLst>
              <a:ext uri="{FF2B5EF4-FFF2-40B4-BE49-F238E27FC236}">
                <a16:creationId xmlns:a16="http://schemas.microsoft.com/office/drawing/2014/main" id="{A92033DA-CD7B-15DF-86F6-0E2B9CC1BDDB}"/>
              </a:ext>
              <a:ext uri="{C183D7F6-B498-43B3-948B-1728B52AA6E4}">
                <adec:decorative xmlns:adec="http://schemas.microsoft.com/office/drawing/2017/decorative" val="1"/>
              </a:ext>
            </a:extLst>
          </p:cNvPr>
          <p:cNvSpPr/>
          <p:nvPr userDrawn="1"/>
        </p:nvSpPr>
        <p:spPr>
          <a:xfrm>
            <a:off x="11328000" y="599400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Freeform 10">
            <a:extLst>
              <a:ext uri="{FF2B5EF4-FFF2-40B4-BE49-F238E27FC236}">
                <a16:creationId xmlns:a16="http://schemas.microsoft.com/office/drawing/2014/main" id="{42BBB4F4-DBE8-A871-F021-41C278F66673}"/>
              </a:ext>
              <a:ext uri="{C183D7F6-B498-43B3-948B-1728B52AA6E4}">
                <adec:decorative xmlns:adec="http://schemas.microsoft.com/office/drawing/2017/decorative" val="1"/>
              </a:ext>
            </a:extLst>
          </p:cNvPr>
          <p:cNvSpPr/>
          <p:nvPr userDrawn="1"/>
        </p:nvSpPr>
        <p:spPr>
          <a:xfrm>
            <a:off x="0" y="0"/>
            <a:ext cx="864000" cy="864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Date Placeholder 7">
            <a:extLst>
              <a:ext uri="{FF2B5EF4-FFF2-40B4-BE49-F238E27FC236}">
                <a16:creationId xmlns:a16="http://schemas.microsoft.com/office/drawing/2014/main" id="{0732B1A8-9A4C-2F87-F5FE-86FAA84D508B}"/>
              </a:ext>
            </a:extLst>
          </p:cNvPr>
          <p:cNvSpPr>
            <a:spLocks noGrp="1"/>
          </p:cNvSpPr>
          <p:nvPr>
            <p:ph type="dt" sz="half" idx="10"/>
          </p:nvPr>
        </p:nvSpPr>
        <p:spPr/>
        <p:txBody>
          <a:bodyPr/>
          <a:lstStyle/>
          <a:p>
            <a:r>
              <a:rPr lang="en-US" altLang="zh-CN"/>
              <a:t>03/13/2025</a:t>
            </a:r>
          </a:p>
        </p:txBody>
      </p:sp>
      <p:sp>
        <p:nvSpPr>
          <p:cNvPr id="9" name="Footer Placeholder 8">
            <a:extLst>
              <a:ext uri="{FF2B5EF4-FFF2-40B4-BE49-F238E27FC236}">
                <a16:creationId xmlns:a16="http://schemas.microsoft.com/office/drawing/2014/main" id="{0776EF97-0947-9B9B-4BE7-6965904BD9E2}"/>
              </a:ext>
            </a:extLst>
          </p:cNvPr>
          <p:cNvSpPr>
            <a:spLocks noGrp="1"/>
          </p:cNvSpPr>
          <p:nvPr>
            <p:ph type="ftr" sz="quarter" idx="11"/>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60588A54-7EB8-6DB9-632B-D8EC53B90B7B}"/>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5274420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BE9E4D4-DECE-2646-7295-257467AA5239}"/>
              </a:ext>
            </a:extLst>
          </p:cNvPr>
          <p:cNvSpPr>
            <a:spLocks noGrp="1"/>
          </p:cNvSpPr>
          <p:nvPr>
            <p:ph type="dt" sz="half" idx="10"/>
          </p:nvPr>
        </p:nvSpPr>
        <p:spPr/>
        <p:txBody>
          <a:bodyPr/>
          <a:lstStyle/>
          <a:p>
            <a:r>
              <a:rPr lang="en-US" altLang="zh-CN"/>
              <a:t>03/13/2025</a:t>
            </a:r>
          </a:p>
        </p:txBody>
      </p:sp>
      <p:sp>
        <p:nvSpPr>
          <p:cNvPr id="6" name="Footer Placeholder 5">
            <a:extLst>
              <a:ext uri="{FF2B5EF4-FFF2-40B4-BE49-F238E27FC236}">
                <a16:creationId xmlns:a16="http://schemas.microsoft.com/office/drawing/2014/main" id="{7A8F21E1-29AB-9E64-9FEA-A6D85C8058C7}"/>
              </a:ext>
            </a:extLst>
          </p:cNvPr>
          <p:cNvSpPr>
            <a:spLocks noGrp="1"/>
          </p:cNvSpPr>
          <p:nvPr>
            <p:ph type="ftr" sz="quarter" idx="11"/>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B0EA14B9-F25F-51D7-746A-023A6F0C0477}"/>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85130648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p:spPr>
        <p:txBody>
          <a:bodyPr lIns="0" tIns="0" rIns="0" bIns="0" anchor="t">
            <a:noAutofit/>
          </a:bodyPr>
          <a:lstStyle>
            <a:lvl1pPr>
              <a:defRPr sz="2800" b="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lIns="0" tIns="0" rIns="0" bIns="0"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07742" y="831919"/>
            <a:ext cx="6440258" cy="5194161"/>
          </a:xfrm>
        </p:spPr>
        <p:txBody>
          <a:bodyPr lIns="0" tIns="0" rIns="0" bIns="0">
            <a:no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reeform 10">
            <a:extLst>
              <a:ext uri="{FF2B5EF4-FFF2-40B4-BE49-F238E27FC236}">
                <a16:creationId xmlns:a16="http://schemas.microsoft.com/office/drawing/2014/main" id="{64C7D082-4357-BB5A-753E-4B6EA3EC4187}"/>
              </a:ext>
              <a:ext uri="{C183D7F6-B498-43B3-948B-1728B52AA6E4}">
                <adec:decorative xmlns:adec="http://schemas.microsoft.com/office/drawing/2017/decorative" val="1"/>
              </a:ext>
            </a:extLst>
          </p:cNvPr>
          <p:cNvSpPr/>
          <p:nvPr userDrawn="1"/>
        </p:nvSpPr>
        <p:spPr>
          <a:xfrm rot="5400000">
            <a:off x="-265301" y="1097220"/>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8" name="Freeform 10">
            <a:extLst>
              <a:ext uri="{FF2B5EF4-FFF2-40B4-BE49-F238E27FC236}">
                <a16:creationId xmlns:a16="http://schemas.microsoft.com/office/drawing/2014/main" id="{8BAC39D4-5856-D842-EA76-04E9A2EB7CAA}"/>
              </a:ext>
              <a:ext uri="{C183D7F6-B498-43B3-948B-1728B52AA6E4}">
                <adec:decorative xmlns:adec="http://schemas.microsoft.com/office/drawing/2017/decorative" val="1"/>
              </a:ext>
            </a:extLst>
          </p:cNvPr>
          <p:cNvSpPr/>
          <p:nvPr userDrawn="1"/>
        </p:nvSpPr>
        <p:spPr>
          <a:xfrm rot="5400000">
            <a:off x="10616942" y="4451022"/>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Date Placeholder 9">
            <a:extLst>
              <a:ext uri="{FF2B5EF4-FFF2-40B4-BE49-F238E27FC236}">
                <a16:creationId xmlns:a16="http://schemas.microsoft.com/office/drawing/2014/main" id="{34024502-4354-E2B9-D897-9ED23267E5AA}"/>
              </a:ext>
            </a:extLst>
          </p:cNvPr>
          <p:cNvSpPr>
            <a:spLocks noGrp="1"/>
          </p:cNvSpPr>
          <p:nvPr>
            <p:ph type="dt" sz="half" idx="10"/>
          </p:nvPr>
        </p:nvSpPr>
        <p:spPr/>
        <p:txBody>
          <a:bodyPr/>
          <a:lstStyle/>
          <a:p>
            <a:r>
              <a:rPr lang="en-US" altLang="zh-CN"/>
              <a:t>03/13/2025</a:t>
            </a:r>
          </a:p>
        </p:txBody>
      </p:sp>
      <p:sp>
        <p:nvSpPr>
          <p:cNvPr id="11" name="Footer Placeholder 10">
            <a:extLst>
              <a:ext uri="{FF2B5EF4-FFF2-40B4-BE49-F238E27FC236}">
                <a16:creationId xmlns:a16="http://schemas.microsoft.com/office/drawing/2014/main" id="{159B090B-7CBB-F1AA-D446-7393B6354BB3}"/>
              </a:ext>
            </a:extLst>
          </p:cNvPr>
          <p:cNvSpPr>
            <a:spLocks noGrp="1"/>
          </p:cNvSpPr>
          <p:nvPr>
            <p:ph type="ftr" sz="quarter" idx="11"/>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F56D8E8D-6E50-B72D-9F2D-FDBED2DF7764}"/>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9431003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844000" y="831919"/>
            <a:ext cx="3595634" cy="2212313"/>
          </a:xfrm>
        </p:spPr>
        <p:txBody>
          <a:bodyPr lIns="0" tIns="0" rIns="0" bIns="0" anchor="t">
            <a:noAutofit/>
          </a:bodyPr>
          <a:lstStyle>
            <a:lvl1pPr>
              <a:defRPr sz="2800" b="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849024" y="3260034"/>
            <a:ext cx="3585586" cy="2766045"/>
          </a:xfrm>
        </p:spPr>
        <p:txBody>
          <a:bodyPr lIns="0" tIns="0" rIns="0" bIns="0" anchor="b">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 uri="{C183D7F6-B498-43B3-948B-1728B52AA6E4}">
                <adec:decorative xmlns:adec="http://schemas.microsoft.com/office/drawing/2017/decorative" val="0"/>
              </a:ext>
            </a:extLst>
          </p:cNvPr>
          <p:cNvSpPr>
            <a:spLocks noGrp="1"/>
          </p:cNvSpPr>
          <p:nvPr>
            <p:ph type="pic" idx="1"/>
          </p:nvPr>
        </p:nvSpPr>
        <p:spPr>
          <a:xfrm>
            <a:off x="5063319" y="831919"/>
            <a:ext cx="6284681" cy="5194161"/>
          </a:xfrm>
        </p:spPr>
        <p:txBody>
          <a:bodyPr lIns="0" tIns="0" rIns="0" bIns="0">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8" name="Freeform 10">
            <a:extLst>
              <a:ext uri="{FF2B5EF4-FFF2-40B4-BE49-F238E27FC236}">
                <a16:creationId xmlns:a16="http://schemas.microsoft.com/office/drawing/2014/main" id="{527DE7F7-878C-3AF0-EA9B-1DE8C71EA404}"/>
              </a:ext>
              <a:ext uri="{C183D7F6-B498-43B3-948B-1728B52AA6E4}">
                <adec:decorative xmlns:adec="http://schemas.microsoft.com/office/drawing/2017/decorative" val="1"/>
              </a:ext>
            </a:extLst>
          </p:cNvPr>
          <p:cNvSpPr/>
          <p:nvPr userDrawn="1"/>
        </p:nvSpPr>
        <p:spPr>
          <a:xfrm rot="5400000">
            <a:off x="-265302" y="5036877"/>
            <a:ext cx="1254503"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9" name="Freeform 10">
            <a:extLst>
              <a:ext uri="{FF2B5EF4-FFF2-40B4-BE49-F238E27FC236}">
                <a16:creationId xmlns:a16="http://schemas.microsoft.com/office/drawing/2014/main" id="{5699C92D-BDAD-4000-0449-3E584792C383}"/>
              </a:ext>
              <a:ext uri="{C183D7F6-B498-43B3-948B-1728B52AA6E4}">
                <adec:decorative xmlns:adec="http://schemas.microsoft.com/office/drawing/2017/decorative" val="1"/>
              </a:ext>
            </a:extLst>
          </p:cNvPr>
          <p:cNvSpPr/>
          <p:nvPr userDrawn="1"/>
        </p:nvSpPr>
        <p:spPr>
          <a:xfrm rot="16200000">
            <a:off x="10616942" y="851158"/>
            <a:ext cx="2426216"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10" name="Date Placeholder 9">
            <a:extLst>
              <a:ext uri="{FF2B5EF4-FFF2-40B4-BE49-F238E27FC236}">
                <a16:creationId xmlns:a16="http://schemas.microsoft.com/office/drawing/2014/main" id="{6948647A-4BED-5556-E983-B52BA3C4331C}"/>
              </a:ext>
            </a:extLst>
          </p:cNvPr>
          <p:cNvSpPr>
            <a:spLocks noGrp="1"/>
          </p:cNvSpPr>
          <p:nvPr>
            <p:ph type="dt" sz="half" idx="10"/>
          </p:nvPr>
        </p:nvSpPr>
        <p:spPr/>
        <p:txBody>
          <a:bodyPr/>
          <a:lstStyle/>
          <a:p>
            <a:r>
              <a:rPr lang="en-US" altLang="zh-CN"/>
              <a:t>03/13/2025</a:t>
            </a:r>
          </a:p>
        </p:txBody>
      </p:sp>
      <p:sp>
        <p:nvSpPr>
          <p:cNvPr id="11" name="Footer Placeholder 10">
            <a:extLst>
              <a:ext uri="{FF2B5EF4-FFF2-40B4-BE49-F238E27FC236}">
                <a16:creationId xmlns:a16="http://schemas.microsoft.com/office/drawing/2014/main" id="{C79308FD-A67C-55A5-38D4-C826485F3468}"/>
              </a:ext>
            </a:extLst>
          </p:cNvPr>
          <p:cNvSpPr>
            <a:spLocks noGrp="1"/>
          </p:cNvSpPr>
          <p:nvPr>
            <p:ph type="ftr" sz="quarter" idx="11"/>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CDD0E670-C768-E39D-4354-EE022571C79B}"/>
              </a:ext>
            </a:extLst>
          </p:cNvPr>
          <p:cNvSpPr>
            <a:spLocks noGrp="1"/>
          </p:cNvSpPr>
          <p:nvPr>
            <p:ph type="sldNum" sz="half" idx="12"/>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46277217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p:spPr>
        <p:txBody>
          <a:bodyPr lIns="0" tIns="0" rIns="0" bIns="0" anchor="b">
            <a:noAutofit/>
          </a:bodyPr>
          <a:lstStyle>
            <a:lvl1pPr>
              <a:defRPr sz="6000" b="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60427" y="3280496"/>
            <a:ext cx="10504000" cy="2743200"/>
          </a:xfrm>
        </p:spPr>
        <p:txBody>
          <a:bodyPr lIns="0" tIns="0" rIns="0" bIns="0">
            <a:norm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10">
            <a:extLst>
              <a:ext uri="{FF2B5EF4-FFF2-40B4-BE49-F238E27FC236}">
                <a16:creationId xmlns:a16="http://schemas.microsoft.com/office/drawing/2014/main" id="{3F34FB20-BE4A-0B89-93B2-F2C8BBD50150}"/>
              </a:ext>
              <a:ext uri="{C183D7F6-B498-43B3-948B-1728B52AA6E4}">
                <adec:decorative xmlns:adec="http://schemas.microsoft.com/office/drawing/2017/decorative" val="1"/>
              </a:ext>
            </a:extLst>
          </p:cNvPr>
          <p:cNvSpPr/>
          <p:nvPr userDrawn="1"/>
        </p:nvSpPr>
        <p:spPr>
          <a:xfrm rot="5400000">
            <a:off x="-533660" y="1365579"/>
            <a:ext cx="1791219"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5" name="Freeform 10">
            <a:extLst>
              <a:ext uri="{FF2B5EF4-FFF2-40B4-BE49-F238E27FC236}">
                <a16:creationId xmlns:a16="http://schemas.microsoft.com/office/drawing/2014/main" id="{77006229-5A5A-3798-EEFB-9570D3BCACC0}"/>
              </a:ext>
              <a:ext uri="{C183D7F6-B498-43B3-948B-1728B52AA6E4}">
                <adec:decorative xmlns:adec="http://schemas.microsoft.com/office/drawing/2017/decorative" val="1"/>
              </a:ext>
            </a:extLst>
          </p:cNvPr>
          <p:cNvSpPr/>
          <p:nvPr userDrawn="1"/>
        </p:nvSpPr>
        <p:spPr>
          <a:xfrm rot="16200000">
            <a:off x="10458450" y="4290146"/>
            <a:ext cx="2743200" cy="7239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99426CCE-903F-787D-DC5C-FF2BF81B254C}"/>
              </a:ext>
            </a:extLst>
          </p:cNvPr>
          <p:cNvSpPr>
            <a:spLocks noGrp="1"/>
          </p:cNvSpPr>
          <p:nvPr>
            <p:ph type="dt" sz="half" idx="14"/>
          </p:nvPr>
        </p:nvSpPr>
        <p:spPr/>
        <p:txBody>
          <a:bodyPr/>
          <a:lstStyle/>
          <a:p>
            <a:r>
              <a:rPr lang="en-US" altLang="zh-CN"/>
              <a:t>03/13/2025</a:t>
            </a:r>
          </a:p>
        </p:txBody>
      </p:sp>
      <p:sp>
        <p:nvSpPr>
          <p:cNvPr id="7" name="Footer Placeholder 6">
            <a:extLst>
              <a:ext uri="{FF2B5EF4-FFF2-40B4-BE49-F238E27FC236}">
                <a16:creationId xmlns:a16="http://schemas.microsoft.com/office/drawing/2014/main" id="{990D41AC-533B-8C43-568C-2D0673A144EC}"/>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4CDAB259-04D2-2425-A747-8E7D71236A58}"/>
              </a:ext>
            </a:extLst>
          </p:cNvPr>
          <p:cNvSpPr>
            <a:spLocks noGrp="1"/>
          </p:cNvSpPr>
          <p:nvPr>
            <p:ph type="sldNum" sz="half" idx="16"/>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2723892555"/>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627318"/>
            <a:ext cx="8430767" cy="1842020"/>
          </a:xfrm>
        </p:spPr>
        <p:txBody>
          <a:bodyPr lIns="0" tIns="0" rIns="0" bIns="0" anchor="b">
            <a:noAutofit/>
          </a:bodyPr>
          <a:lstStyle>
            <a:lvl1pPr>
              <a:defRPr sz="6000" b="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844128" y="3622674"/>
            <a:ext cx="8430639" cy="1279615"/>
          </a:xfrm>
        </p:spPr>
        <p:txBody>
          <a:bodyPr lIns="0" tIns="0" rIns="0" bIns="0">
            <a:noAutofit/>
          </a:bodyPr>
          <a:lstStyle>
            <a:lvl1pPr marL="0" indent="0">
              <a:buNone/>
              <a:defRPr sz="1400"/>
            </a:lvl1pPr>
            <a:lvl2pPr marL="228600" indent="0">
              <a:buNone/>
              <a:defRPr sz="1200"/>
            </a:lvl2pPr>
            <a:lvl3pPr marL="457200" indent="0">
              <a:buNone/>
              <a:defRPr sz="1100"/>
            </a:lvl3pPr>
            <a:lvl4pPr marL="685800" indent="0">
              <a:buNone/>
              <a:defRPr sz="1050"/>
            </a:lvl4pPr>
            <a:lvl5pPr marL="914400" indent="0">
              <a:buNone/>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10">
            <a:extLst>
              <a:ext uri="{FF2B5EF4-FFF2-40B4-BE49-F238E27FC236}">
                <a16:creationId xmlns:a16="http://schemas.microsoft.com/office/drawing/2014/main" id="{8FDCED18-C414-F7C6-D98C-8B3AC35E6C72}"/>
              </a:ext>
              <a:ext uri="{C183D7F6-B498-43B3-948B-1728B52AA6E4}">
                <adec:decorative xmlns:adec="http://schemas.microsoft.com/office/drawing/2017/decorative" val="1"/>
              </a:ext>
            </a:extLst>
          </p:cNvPr>
          <p:cNvSpPr/>
          <p:nvPr userDrawn="1"/>
        </p:nvSpPr>
        <p:spPr>
          <a:xfrm rot="16200000">
            <a:off x="9751085" y="2789766"/>
            <a:ext cx="3603364" cy="1278467"/>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3" name="Date Placeholder 2">
            <a:extLst>
              <a:ext uri="{FF2B5EF4-FFF2-40B4-BE49-F238E27FC236}">
                <a16:creationId xmlns:a16="http://schemas.microsoft.com/office/drawing/2014/main" id="{636CD2F2-0F5F-A7AB-8F92-3AF43CD57F2B}"/>
              </a:ext>
            </a:extLst>
          </p:cNvPr>
          <p:cNvSpPr>
            <a:spLocks noGrp="1"/>
          </p:cNvSpPr>
          <p:nvPr>
            <p:ph type="dt" sz="half" idx="15"/>
          </p:nvPr>
        </p:nvSpPr>
        <p:spPr/>
        <p:txBody>
          <a:bodyPr/>
          <a:lstStyle/>
          <a:p>
            <a:r>
              <a:rPr lang="en-US" altLang="zh-CN"/>
              <a:t>03/13/2025</a:t>
            </a:r>
          </a:p>
        </p:txBody>
      </p:sp>
      <p:sp>
        <p:nvSpPr>
          <p:cNvPr id="8" name="Footer Placeholder 7">
            <a:extLst>
              <a:ext uri="{FF2B5EF4-FFF2-40B4-BE49-F238E27FC236}">
                <a16:creationId xmlns:a16="http://schemas.microsoft.com/office/drawing/2014/main" id="{378D6886-AD32-51ED-233D-D0CF6223084E}"/>
              </a:ext>
            </a:extLst>
          </p:cNvPr>
          <p:cNvSpPr>
            <a:spLocks noGrp="1"/>
          </p:cNvSpPr>
          <p:nvPr>
            <p:ph type="ftr" sz="quarter" idx="16"/>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AE20AA7E-90A7-E423-3DEE-3B4B57FE1198}"/>
              </a:ext>
            </a:extLst>
          </p:cNvPr>
          <p:cNvSpPr>
            <a:spLocks noGrp="1"/>
          </p:cNvSpPr>
          <p:nvPr>
            <p:ph type="sldNum" sz="half" idx="17"/>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807576641"/>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osing">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EC883F5-7BE7-D1A3-93C9-9C475A2CB860}"/>
              </a:ext>
              <a:ext uri="{C183D7F6-B498-43B3-948B-1728B52AA6E4}">
                <adec:decorative xmlns:adec="http://schemas.microsoft.com/office/drawing/2017/decorative" val="1"/>
              </a:ext>
            </a:extLst>
          </p:cNvPr>
          <p:cNvSpPr/>
          <p:nvPr userDrawn="1"/>
        </p:nvSpPr>
        <p:spPr>
          <a:xfrm rot="5400000">
            <a:off x="845820" y="5270500"/>
            <a:ext cx="741680" cy="24333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34F1FF0-4427-86A3-4D78-0F719ED7FEF9}"/>
              </a:ext>
              <a:ext uri="{C183D7F6-B498-43B3-948B-1728B52AA6E4}">
                <adec:decorative xmlns:adec="http://schemas.microsoft.com/office/drawing/2017/decorative" val="1"/>
              </a:ext>
            </a:extLst>
          </p:cNvPr>
          <p:cNvSpPr/>
          <p:nvPr userDrawn="1"/>
        </p:nvSpPr>
        <p:spPr>
          <a:xfrm>
            <a:off x="0" y="1706880"/>
            <a:ext cx="782320" cy="20015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10">
            <a:extLst>
              <a:ext uri="{FF2B5EF4-FFF2-40B4-BE49-F238E27FC236}">
                <a16:creationId xmlns:a16="http://schemas.microsoft.com/office/drawing/2014/main" id="{7601B0E6-3C72-DA7C-AABE-BEB976EAD38F}"/>
              </a:ext>
              <a:ext uri="{C183D7F6-B498-43B3-948B-1728B52AA6E4}">
                <adec:decorative xmlns:adec="http://schemas.microsoft.com/office/drawing/2017/decorative" val="1"/>
              </a:ext>
            </a:extLst>
          </p:cNvPr>
          <p:cNvSpPr/>
          <p:nvPr userDrawn="1"/>
        </p:nvSpPr>
        <p:spPr>
          <a:xfrm>
            <a:off x="5003800" y="0"/>
            <a:ext cx="7188200" cy="6858000"/>
          </a:xfrm>
          <a:custGeom>
            <a:avLst/>
            <a:gdLst/>
            <a:ahLst/>
            <a:cxnLst/>
            <a:rect l="l" t="t" r="r" b="b"/>
            <a:pathLst>
              <a:path w="2884235" h="812800">
                <a:moveTo>
                  <a:pt x="0" y="0"/>
                </a:moveTo>
                <a:lnTo>
                  <a:pt x="2884235" y="0"/>
                </a:lnTo>
                <a:lnTo>
                  <a:pt x="2884235" y="812800"/>
                </a:lnTo>
                <a:lnTo>
                  <a:pt x="0" y="812800"/>
                </a:lnTo>
                <a:close/>
              </a:path>
            </a:pathLst>
          </a:custGeom>
          <a:solidFill>
            <a:schemeClr val="accent1"/>
          </a:solidFill>
        </p:spPr>
        <p:txBody>
          <a:bodyPr/>
          <a:lstStyle/>
          <a:p>
            <a:endParaRPr lang="zh-CN" altLang="en-US" u="sng"/>
          </a:p>
        </p:txBody>
      </p:sp>
      <p:sp>
        <p:nvSpPr>
          <p:cNvPr id="28" name="Title 27">
            <a:extLst>
              <a:ext uri="{FF2B5EF4-FFF2-40B4-BE49-F238E27FC236}">
                <a16:creationId xmlns:a16="http://schemas.microsoft.com/office/drawing/2014/main" id="{B22DC1AD-104F-B2A9-0D6E-AADE2D550AB6}"/>
              </a:ext>
            </a:extLst>
          </p:cNvPr>
          <p:cNvSpPr>
            <a:spLocks noGrp="1"/>
          </p:cNvSpPr>
          <p:nvPr>
            <p:ph type="ctrTitle" hasCustomPrompt="1"/>
          </p:nvPr>
        </p:nvSpPr>
        <p:spPr>
          <a:xfrm>
            <a:off x="6331476" y="1153634"/>
            <a:ext cx="5184248" cy="4550732"/>
          </a:xfrm>
          <a:prstGeom prst="rect">
            <a:avLst/>
          </a:prstGeom>
        </p:spPr>
        <p:txBody>
          <a:bodyPr lIns="0" tIns="0" rIns="0" bIns="0" anchor="ctr">
            <a:noAutofit/>
          </a:bodyPr>
          <a:lstStyle>
            <a:lvl1pPr algn="ctr">
              <a:lnSpc>
                <a:spcPct val="100000"/>
              </a:lnSpc>
              <a:defRPr sz="6000" b="0" baseline="0">
                <a:solidFill>
                  <a:schemeClr val="tx1"/>
                </a:solidFill>
              </a:defRPr>
            </a:lvl1pPr>
          </a:lstStyle>
          <a:p>
            <a:r>
              <a:rPr lang="en-US" altLang="zh-CN" sz="7200"/>
              <a:t>CLICK TO EDIT MASTER TITLE STYLE</a:t>
            </a:r>
            <a:endParaRPr lang="zh-CN" altLang="en-US"/>
          </a:p>
        </p:txBody>
      </p:sp>
      <p:sp>
        <p:nvSpPr>
          <p:cNvPr id="13" name="Picture Placeholder 12">
            <a:extLst>
              <a:ext uri="{FF2B5EF4-FFF2-40B4-BE49-F238E27FC236}">
                <a16:creationId xmlns:a16="http://schemas.microsoft.com/office/drawing/2014/main" id="{1F6A65A1-92CE-EE19-EEE3-1696F336C737}"/>
              </a:ext>
            </a:extLst>
          </p:cNvPr>
          <p:cNvSpPr>
            <a:spLocks noGrp="1"/>
          </p:cNvSpPr>
          <p:nvPr>
            <p:ph type="pic" sz="quarter" idx="18"/>
          </p:nvPr>
        </p:nvSpPr>
        <p:spPr>
          <a:xfrm>
            <a:off x="0" y="0"/>
            <a:ext cx="6256866" cy="6858000"/>
          </a:xfrm>
          <a:custGeom>
            <a:avLst/>
            <a:gdLst>
              <a:gd name="connsiteX0" fmla="*/ 0 w 6256866"/>
              <a:gd name="connsiteY0" fmla="*/ 0 h 6858000"/>
              <a:gd name="connsiteX1" fmla="*/ 5130265 w 6256866"/>
              <a:gd name="connsiteY1" fmla="*/ 0 h 6858000"/>
              <a:gd name="connsiteX2" fmla="*/ 5130265 w 6256866"/>
              <a:gd name="connsiteY2" fmla="*/ 3276600 h 6858000"/>
              <a:gd name="connsiteX3" fmla="*/ 6256866 w 6256866"/>
              <a:gd name="connsiteY3" fmla="*/ 3276600 h 6858000"/>
              <a:gd name="connsiteX4" fmla="*/ 6256866 w 6256866"/>
              <a:gd name="connsiteY4" fmla="*/ 4139648 h 6858000"/>
              <a:gd name="connsiteX5" fmla="*/ 5130265 w 6256866"/>
              <a:gd name="connsiteY5" fmla="*/ 4139648 h 6858000"/>
              <a:gd name="connsiteX6" fmla="*/ 5130265 w 6256866"/>
              <a:gd name="connsiteY6" fmla="*/ 6858000 h 6858000"/>
              <a:gd name="connsiteX7" fmla="*/ 2433320 w 6256866"/>
              <a:gd name="connsiteY7" fmla="*/ 6858000 h 6858000"/>
              <a:gd name="connsiteX8" fmla="*/ 2433320 w 6256866"/>
              <a:gd name="connsiteY8" fmla="*/ 6116320 h 6858000"/>
              <a:gd name="connsiteX9" fmla="*/ 0 w 6256866"/>
              <a:gd name="connsiteY9" fmla="*/ 6116320 h 6858000"/>
              <a:gd name="connsiteX10" fmla="*/ 0 w 6256866"/>
              <a:gd name="connsiteY10" fmla="*/ 3708400 h 6858000"/>
              <a:gd name="connsiteX11" fmla="*/ 782320 w 6256866"/>
              <a:gd name="connsiteY11" fmla="*/ 3708400 h 6858000"/>
              <a:gd name="connsiteX12" fmla="*/ 782320 w 6256866"/>
              <a:gd name="connsiteY12" fmla="*/ 1706880 h 6858000"/>
              <a:gd name="connsiteX13" fmla="*/ 0 w 6256866"/>
              <a:gd name="connsiteY13" fmla="*/ 17068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56866" h="6858000">
                <a:moveTo>
                  <a:pt x="0" y="0"/>
                </a:moveTo>
                <a:lnTo>
                  <a:pt x="5130265" y="0"/>
                </a:lnTo>
                <a:lnTo>
                  <a:pt x="5130265" y="3276600"/>
                </a:lnTo>
                <a:lnTo>
                  <a:pt x="6256866" y="3276600"/>
                </a:lnTo>
                <a:lnTo>
                  <a:pt x="6256866" y="4139648"/>
                </a:lnTo>
                <a:lnTo>
                  <a:pt x="5130265" y="4139648"/>
                </a:lnTo>
                <a:lnTo>
                  <a:pt x="5130265" y="6858000"/>
                </a:lnTo>
                <a:lnTo>
                  <a:pt x="2433320" y="6858000"/>
                </a:lnTo>
                <a:lnTo>
                  <a:pt x="2433320" y="6116320"/>
                </a:lnTo>
                <a:lnTo>
                  <a:pt x="0" y="6116320"/>
                </a:lnTo>
                <a:lnTo>
                  <a:pt x="0" y="3708400"/>
                </a:lnTo>
                <a:lnTo>
                  <a:pt x="782320" y="3708400"/>
                </a:lnTo>
                <a:lnTo>
                  <a:pt x="782320" y="1706880"/>
                </a:lnTo>
                <a:lnTo>
                  <a:pt x="0" y="1706880"/>
                </a:lnTo>
                <a:close/>
              </a:path>
            </a:pathLst>
          </a:custGeom>
          <a:noFill/>
        </p:spPr>
        <p:txBody>
          <a:bodyPr wrap="square">
            <a:noAutofit/>
          </a:bodyPr>
          <a:lstStyle/>
          <a:p>
            <a:endParaRPr lang="en-US"/>
          </a:p>
        </p:txBody>
      </p:sp>
      <p:sp>
        <p:nvSpPr>
          <p:cNvPr id="5" name="Date Placeholder 4">
            <a:extLst>
              <a:ext uri="{FF2B5EF4-FFF2-40B4-BE49-F238E27FC236}">
                <a16:creationId xmlns:a16="http://schemas.microsoft.com/office/drawing/2014/main" id="{DD7D5DA1-025D-2C65-E8EE-CEE1E76E0530}"/>
              </a:ext>
            </a:extLst>
          </p:cNvPr>
          <p:cNvSpPr>
            <a:spLocks noGrp="1"/>
          </p:cNvSpPr>
          <p:nvPr>
            <p:ph type="dt" sz="half" idx="19"/>
          </p:nvPr>
        </p:nvSpPr>
        <p:spPr/>
        <p:txBody>
          <a:bodyPr/>
          <a:lstStyle/>
          <a:p>
            <a:r>
              <a:rPr lang="en-US" altLang="zh-CN"/>
              <a:t>03/13/2025</a:t>
            </a:r>
          </a:p>
        </p:txBody>
      </p:sp>
      <p:sp>
        <p:nvSpPr>
          <p:cNvPr id="6" name="Footer Placeholder 5">
            <a:extLst>
              <a:ext uri="{FF2B5EF4-FFF2-40B4-BE49-F238E27FC236}">
                <a16:creationId xmlns:a16="http://schemas.microsoft.com/office/drawing/2014/main" id="{4F4368DB-AB72-1EC3-A527-8C8E999154B5}"/>
              </a:ext>
            </a:extLst>
          </p:cNvPr>
          <p:cNvSpPr>
            <a:spLocks noGrp="1"/>
          </p:cNvSpPr>
          <p:nvPr>
            <p:ph type="ftr" sz="quarter" idx="20"/>
          </p:nvPr>
        </p:nvSpPr>
        <p:spPr/>
        <p:txBody>
          <a:bodyPr/>
          <a:lstStyle/>
          <a:p>
            <a:r>
              <a:rPr lang="en-US" altLang="zh-CN"/>
              <a:t>Sample Footer Text</a:t>
            </a:r>
          </a:p>
        </p:txBody>
      </p:sp>
      <p:sp>
        <p:nvSpPr>
          <p:cNvPr id="7" name="Slide Number Placeholder 6">
            <a:extLst>
              <a:ext uri="{FF2B5EF4-FFF2-40B4-BE49-F238E27FC236}">
                <a16:creationId xmlns:a16="http://schemas.microsoft.com/office/drawing/2014/main" id="{A06EC095-9480-514A-7E3D-3E2E2EF9CD27}"/>
              </a:ext>
            </a:extLst>
          </p:cNvPr>
          <p:cNvSpPr>
            <a:spLocks noGrp="1"/>
          </p:cNvSpPr>
          <p:nvPr>
            <p:ph type="sldNum" sz="half" idx="21"/>
          </p:nvPr>
        </p:nvSpPr>
        <p:spPr/>
        <p:txBody>
          <a:bodyPr/>
          <a:lstStyle/>
          <a:p>
            <a:fld id="{64D095EA-18D5-4754-B677-EAAE710458D2}" type="slidenum">
              <a:rPr lang="en-US" altLang="zh-CN" smtClean="0"/>
              <a:pPr/>
              <a:t>‹#›</a:t>
            </a:fld>
            <a:endParaRPr lang="en-US" altLang="zh-CN"/>
          </a:p>
        </p:txBody>
      </p:sp>
    </p:spTree>
    <p:extLst>
      <p:ext uri="{BB962C8B-B14F-4D97-AF65-F5344CB8AC3E}">
        <p14:creationId xmlns:p14="http://schemas.microsoft.com/office/powerpoint/2010/main" val="348308715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r>
              <a:rPr lang="en-US" sz="1470"/>
              <a:t>Click to edit Master title style</a:t>
            </a:r>
          </a:p>
        </p:txBody>
      </p:sp>
      <p:sp>
        <p:nvSpPr>
          <p:cNvPr id="3" name="Text Placeholder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sz="1470"/>
              <a:t>Click to edit Master text styles</a:t>
            </a:r>
            <a:endParaRPr lang="en-US"/>
          </a:p>
          <a:p>
            <a:pPr lvl="1"/>
            <a:r>
              <a:rPr lang="en-US" sz="1470"/>
              <a:t>Second level</a:t>
            </a:r>
          </a:p>
          <a:p>
            <a:pPr lvl="2"/>
            <a:r>
              <a:rPr lang="en-US" sz="1470"/>
              <a:t>Third level</a:t>
            </a:r>
          </a:p>
          <a:p>
            <a:pPr lvl="3"/>
            <a:r>
              <a:rPr lang="en-US" sz="1470"/>
              <a:t>Fourth level</a:t>
            </a:r>
          </a:p>
          <a:p>
            <a:pPr lvl="4"/>
            <a:r>
              <a:rPr lang="en-US" sz="1470"/>
              <a:t>Fifth level</a:t>
            </a:r>
          </a:p>
        </p:txBody>
      </p:sp>
      <p:sp>
        <p:nvSpPr>
          <p:cNvPr id="8" name="Date Placeholder 7"/>
          <p:cNvSpPr>
            <a:spLocks noGrp="1"/>
          </p:cNvSpPr>
          <p:nvPr>
            <p:ph type="dt" sz="half" hasCustomPrompt="1"/>
          </p:nvPr>
        </p:nvSpPr>
        <p:spPr>
          <a:xfrm>
            <a:off x="657225" y="6527800"/>
            <a:ext cx="2743200" cy="266700"/>
          </a:xfrm>
        </p:spPr>
        <p:txBody>
          <a:bodyPr lIns="0" tIns="0" rIns="0" bIns="0"/>
          <a:lstStyle>
            <a:lvl1pPr algn="l">
              <a:defRPr sz="1200">
                <a:solidFill>
                  <a:schemeClr val="tx1"/>
                </a:solidFill>
              </a:defRPr>
            </a:lvl1pPr>
          </a:lstStyle>
          <a:p>
            <a:r>
              <a:rPr lang="en-US" altLang="zh-CN"/>
              <a:t>3/5/2025</a:t>
            </a:r>
          </a:p>
        </p:txBody>
      </p:sp>
      <p:sp>
        <p:nvSpPr>
          <p:cNvPr id="9" name="Footer Placeholder 8"/>
          <p:cNvSpPr>
            <a:spLocks noGrp="1"/>
          </p:cNvSpPr>
          <p:nvPr>
            <p:ph type="ftr" sz="quarter" hasCustomPrompt="1"/>
          </p:nvPr>
        </p:nvSpPr>
        <p:spPr>
          <a:xfrm>
            <a:off x="4267200" y="6527800"/>
            <a:ext cx="3657600" cy="266700"/>
          </a:xfrm>
        </p:spPr>
        <p:txBody>
          <a:bodyPr lIns="0" tIns="0" rIns="0" bIns="0"/>
          <a:lstStyle>
            <a:lvl1pPr algn="ctr">
              <a:defRPr sz="1200">
                <a:solidFill>
                  <a:schemeClr val="tx1"/>
                </a:solidFill>
              </a:defRPr>
            </a:lvl1pPr>
          </a:lstStyle>
          <a:p>
            <a:r>
              <a:rPr lang="en-US" altLang="zh-CN"/>
              <a:t>Sample Footer Text</a:t>
            </a:r>
          </a:p>
        </p:txBody>
      </p:sp>
      <p:sp>
        <p:nvSpPr>
          <p:cNvPr id="7" name="Slide Number Placeholder 6"/>
          <p:cNvSpPr>
            <a:spLocks noGrp="1"/>
          </p:cNvSpPr>
          <p:nvPr>
            <p:ph type="sldNum" sz="half" hasCustomPrompt="1"/>
          </p:nvPr>
        </p:nvSpPr>
        <p:spPr>
          <a:xfrm>
            <a:off x="9378949" y="6527800"/>
            <a:ext cx="2136775" cy="266700"/>
          </a:xfrm>
        </p:spPr>
        <p:txBody>
          <a:bodyPr lIns="0" tIns="0" rIns="0" bIns="0"/>
          <a:lstStyle>
            <a:lvl1pPr algn="r">
              <a:defRPr sz="1200">
                <a:solidFill>
                  <a:schemeClr val="tx1"/>
                </a:solidFill>
              </a:defRPr>
            </a:lvl1pPr>
          </a:lstStyle>
          <a:p>
            <a:fld id="{64D095EA-18D5-4754-B677-EAAE710458D2}"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654" r:id="rId7"/>
    <p:sldLayoutId id="2147483778" r:id="rId8"/>
    <p:sldLayoutId id="2147483779" r:id="rId9"/>
    <p:sldLayoutId id="2147483666" r:id="rId10"/>
    <p:sldLayoutId id="2147483782" r:id="rId11"/>
    <p:sldLayoutId id="2147483669" r:id="rId12"/>
    <p:sldLayoutId id="2147483701" r:id="rId13"/>
    <p:sldLayoutId id="2147483769" r:id="rId14"/>
    <p:sldLayoutId id="2147483770" r:id="rId15"/>
    <p:sldLayoutId id="2147483771" r:id="rId16"/>
    <p:sldLayoutId id="2147483772" r:id="rId17"/>
    <p:sldLayoutId id="2147483773" r:id="rId18"/>
    <p:sldLayoutId id="2147483774" r:id="rId19"/>
    <p:sldLayoutId id="2147483775" r:id="rId20"/>
    <p:sldLayoutId id="2147483776" r:id="rId21"/>
    <p:sldLayoutId id="2147483667" r:id="rId22"/>
    <p:sldLayoutId id="2147483668" r:id="rId23"/>
    <p:sldLayoutId id="2147483781" r:id="rId24"/>
    <p:sldLayoutId id="2147483670" r:id="rId25"/>
    <p:sldLayoutId id="2147483671" r:id="rId26"/>
    <p:sldLayoutId id="2147483672" r:id="rId27"/>
    <p:sldLayoutId id="2147483673" r:id="rId28"/>
    <p:sldLayoutId id="2147483674" r:id="rId29"/>
    <p:sldLayoutId id="2147483675" r:id="rId30"/>
    <p:sldLayoutId id="2147483676" r:id="rId31"/>
    <p:sldLayoutId id="2147483677" r:id="rId32"/>
    <p:sldLayoutId id="2147483678" r:id="rId33"/>
    <p:sldLayoutId id="2147483679" r:id="rId34"/>
    <p:sldLayoutId id="2147483680" r:id="rId35"/>
    <p:sldLayoutId id="2147483681" r:id="rId36"/>
    <p:sldLayoutId id="2147483682" r:id="rId37"/>
    <p:sldLayoutId id="2147483683" r:id="rId38"/>
    <p:sldLayoutId id="2147483684" r:id="rId39"/>
    <p:sldLayoutId id="2147483685" r:id="rId40"/>
    <p:sldLayoutId id="2147483686" r:id="rId41"/>
    <p:sldLayoutId id="2147483687" r:id="rId42"/>
    <p:sldLayoutId id="2147483688" r:id="rId43"/>
    <p:sldLayoutId id="2147483689" r:id="rId44"/>
    <p:sldLayoutId id="2147483690" r:id="rId45"/>
    <p:sldLayoutId id="2147483691" r:id="rId46"/>
    <p:sldLayoutId id="2147483692" r:id="rId47"/>
    <p:sldLayoutId id="2147483693" r:id="rId48"/>
    <p:sldLayoutId id="2147483694" r:id="rId49"/>
    <p:sldLayoutId id="2147483767" r:id="rId50"/>
    <p:sldLayoutId id="2147483768" r:id="rId51"/>
    <p:sldLayoutId id="2147483695" r:id="rId52"/>
    <p:sldLayoutId id="2147483696" r:id="rId53"/>
    <p:sldLayoutId id="2147483697" r:id="rId54"/>
    <p:sldLayoutId id="2147483698" r:id="rId55"/>
    <p:sldLayoutId id="2147483699" r:id="rId56"/>
    <p:sldLayoutId id="2147483700" r:id="rId57"/>
    <p:sldLayoutId id="2147483780" r:id="rId58"/>
    <p:sldLayoutId id="2147483702" r:id="rId59"/>
    <p:sldLayoutId id="2147483703" r:id="rId60"/>
    <p:sldLayoutId id="2147483704" r:id="rId61"/>
    <p:sldLayoutId id="2147483705" r:id="rId62"/>
    <p:sldLayoutId id="2147483706" r:id="rId63"/>
    <p:sldLayoutId id="2147483777" r:id="rId64"/>
  </p:sldLayoutIdLst>
  <p:hf sldNum="0" hdr="0" ftr="0" dt="0"/>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gif"/><Relationship Id="rId1" Type="http://schemas.openxmlformats.org/officeDocument/2006/relationships/slideLayout" Target="../slideLayouts/slideLayout5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30.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5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1.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1.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image" Target="../media/image2.png"/><Relationship Id="rId1" Type="http://schemas.openxmlformats.org/officeDocument/2006/relationships/slideLayout" Target="../slideLayouts/slideLayout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raveling Patterns: Exploring the Fascinating World of Clustering  Algorithms | SIXT Tech">
            <a:extLst>
              <a:ext uri="{FF2B5EF4-FFF2-40B4-BE49-F238E27FC236}">
                <a16:creationId xmlns:a16="http://schemas.microsoft.com/office/drawing/2014/main" id="{671E5489-EA68-B77D-9E37-410912D0D522}"/>
              </a:ext>
            </a:extLst>
          </p:cNvPr>
          <p:cNvPicPr>
            <a:picLocks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0" y="0"/>
            <a:ext cx="3873849"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89505C81-7592-A9B6-9A49-51C38F20A35B}"/>
              </a:ext>
              <a:ext uri="{C183D7F6-B498-43B3-948B-1728B52AA6E4}">
                <adec:decorative xmlns:adec="http://schemas.microsoft.com/office/drawing/2017/decorative" val="0"/>
              </a:ext>
            </a:extLst>
          </p:cNvPr>
          <p:cNvSpPr>
            <a:spLocks noGrp="1"/>
          </p:cNvSpPr>
          <p:nvPr>
            <p:ph type="ctrTitle"/>
          </p:nvPr>
        </p:nvSpPr>
        <p:spPr>
          <a:xfrm>
            <a:off x="5059658" y="285071"/>
            <a:ext cx="6470926" cy="3606209"/>
          </a:xfrm>
        </p:spPr>
        <p:txBody>
          <a:bodyPr/>
          <a:lstStyle/>
          <a:p>
            <a:pPr algn="ctr"/>
            <a:r>
              <a:rPr lang="en-US" altLang="zh-CN" noProof="0" dirty="0"/>
              <a:t>AGGLOMERATIVE CLUSTERING</a:t>
            </a:r>
            <a:br>
              <a:rPr lang="en-US" altLang="zh-CN" noProof="0" dirty="0"/>
            </a:br>
            <a:r>
              <a:rPr lang="en-US" altLang="zh-CN" noProof="0" dirty="0"/>
              <a:t>&amp;</a:t>
            </a:r>
            <a:br>
              <a:rPr lang="en-US" altLang="zh-CN" noProof="0" dirty="0"/>
            </a:br>
            <a:r>
              <a:rPr lang="en-US" altLang="zh-CN" noProof="0" dirty="0"/>
              <a:t>DBSCAN</a:t>
            </a:r>
            <a:endParaRPr lang="en-US" dirty="0"/>
          </a:p>
        </p:txBody>
      </p:sp>
      <p:sp>
        <p:nvSpPr>
          <p:cNvPr id="4" name="Subtitle 3">
            <a:extLst>
              <a:ext uri="{FF2B5EF4-FFF2-40B4-BE49-F238E27FC236}">
                <a16:creationId xmlns:a16="http://schemas.microsoft.com/office/drawing/2014/main" id="{C8DCEE19-DDF9-070E-AB7A-EF04DFB3B875}"/>
              </a:ext>
            </a:extLst>
          </p:cNvPr>
          <p:cNvSpPr>
            <a:spLocks noGrp="1"/>
          </p:cNvSpPr>
          <p:nvPr>
            <p:ph type="subTitle" idx="1"/>
          </p:nvPr>
        </p:nvSpPr>
        <p:spPr>
          <a:xfrm>
            <a:off x="4653023" y="4226560"/>
            <a:ext cx="6877561" cy="1493520"/>
          </a:xfrm>
        </p:spPr>
        <p:txBody>
          <a:bodyPr/>
          <a:lstStyle/>
          <a:p>
            <a:r>
              <a:rPr lang="en-US" altLang="zh-CN" dirty="0">
                <a:latin typeface="Arial Body"/>
              </a:rPr>
              <a:t>Explanation, use cases, comparison to K-Means</a:t>
            </a:r>
            <a:endParaRPr lang="zh-CN" altLang="en-US" dirty="0">
              <a:latin typeface="Arial Body"/>
            </a:endParaRPr>
          </a:p>
        </p:txBody>
      </p:sp>
      <p:pic>
        <p:nvPicPr>
          <p:cNvPr id="12" name="Picture 11">
            <a:extLst>
              <a:ext uri="{FF2B5EF4-FFF2-40B4-BE49-F238E27FC236}">
                <a16:creationId xmlns:a16="http://schemas.microsoft.com/office/drawing/2014/main" id="{7EE3C5DF-E35D-E4CE-4972-DD73AD04CA49}"/>
              </a:ext>
            </a:extLst>
          </p:cNvPr>
          <p:cNvPicPr>
            <a:picLocks noChangeAspect="1"/>
          </p:cNvPicPr>
          <p:nvPr/>
        </p:nvPicPr>
        <p:blipFill>
          <a:blip r:embed="rId3"/>
          <a:stretch>
            <a:fillRect/>
          </a:stretch>
        </p:blipFill>
        <p:spPr>
          <a:xfrm rot="16200000">
            <a:off x="97712" y="5983440"/>
            <a:ext cx="776848" cy="972272"/>
          </a:xfrm>
          <a:prstGeom prst="rect">
            <a:avLst/>
          </a:prstGeom>
        </p:spPr>
      </p:pic>
    </p:spTree>
    <p:extLst>
      <p:ext uri="{BB962C8B-B14F-4D97-AF65-F5344CB8AC3E}">
        <p14:creationId xmlns:p14="http://schemas.microsoft.com/office/powerpoint/2010/main" val="1596312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25C3F-9600-BA1B-3AE6-404D35A7C69B}"/>
              </a:ext>
            </a:extLst>
          </p:cNvPr>
          <p:cNvSpPr>
            <a:spLocks noGrp="1"/>
          </p:cNvSpPr>
          <p:nvPr>
            <p:ph type="title"/>
          </p:nvPr>
        </p:nvSpPr>
        <p:spPr>
          <a:xfrm>
            <a:off x="982047" y="164244"/>
            <a:ext cx="6252129" cy="1423686"/>
          </a:xfrm>
        </p:spPr>
        <p:txBody>
          <a:bodyPr/>
          <a:lstStyle/>
          <a:p>
            <a:r>
              <a:rPr lang="en-US" altLang="zh-CN" dirty="0"/>
              <a:t>Table of contents</a:t>
            </a:r>
            <a:endParaRPr lang="en-US" dirty="0"/>
          </a:p>
        </p:txBody>
      </p:sp>
      <p:sp>
        <p:nvSpPr>
          <p:cNvPr id="3" name="Text Placeholder 2">
            <a:extLst>
              <a:ext uri="{FF2B5EF4-FFF2-40B4-BE49-F238E27FC236}">
                <a16:creationId xmlns:a16="http://schemas.microsoft.com/office/drawing/2014/main" id="{9B3A60CB-001E-8496-62D0-5D43CC95EAC4}"/>
              </a:ext>
            </a:extLst>
          </p:cNvPr>
          <p:cNvSpPr>
            <a:spLocks noGrp="1"/>
          </p:cNvSpPr>
          <p:nvPr>
            <p:ph sz="quarter" idx="13"/>
          </p:nvPr>
        </p:nvSpPr>
        <p:spPr>
          <a:xfrm>
            <a:off x="982047" y="1761550"/>
            <a:ext cx="5904890" cy="3041943"/>
          </a:xfrm>
        </p:spPr>
        <p:txBody>
          <a:bodyPr anchor="t"/>
          <a:lstStyle/>
          <a:p>
            <a:pPr marL="342900" indent="-342900">
              <a:buFont typeface="+mj-lt"/>
              <a:buAutoNum type="arabicPeriod"/>
            </a:pPr>
            <a:r>
              <a:rPr lang="en-US" altLang="zh-CN" sz="2400" dirty="0">
                <a:latin typeface="Arial Body"/>
              </a:rPr>
              <a:t>K-Means</a:t>
            </a:r>
          </a:p>
          <a:p>
            <a:pPr marL="342900" indent="-342900">
              <a:buFont typeface="+mj-lt"/>
              <a:buAutoNum type="arabicPeriod"/>
            </a:pPr>
            <a:r>
              <a:rPr lang="en-US" altLang="zh-CN" sz="2400" dirty="0">
                <a:latin typeface="Arial Body"/>
              </a:rPr>
              <a:t>Agglomerative (hierarchical) Clustering</a:t>
            </a:r>
          </a:p>
          <a:p>
            <a:pPr marL="342900" indent="-342900">
              <a:buFont typeface="+mj-lt"/>
              <a:buAutoNum type="arabicPeriod"/>
            </a:pPr>
            <a:r>
              <a:rPr lang="en-US" altLang="zh-CN" sz="2400" dirty="0">
                <a:latin typeface="Arial Body"/>
              </a:rPr>
              <a:t>DBSCAN</a:t>
            </a:r>
          </a:p>
          <a:p>
            <a:pPr marL="342900" indent="-342900">
              <a:buFont typeface="+mj-lt"/>
              <a:buAutoNum type="arabicPeriod"/>
            </a:pPr>
            <a:r>
              <a:rPr lang="en-US" altLang="zh-CN" sz="2400" dirty="0">
                <a:latin typeface="Arial Body"/>
              </a:rPr>
              <a:t>Use cases</a:t>
            </a:r>
          </a:p>
        </p:txBody>
      </p:sp>
    </p:spTree>
    <p:extLst>
      <p:ext uri="{BB962C8B-B14F-4D97-AF65-F5344CB8AC3E}">
        <p14:creationId xmlns:p14="http://schemas.microsoft.com/office/powerpoint/2010/main" val="2573439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D01D9-F9C7-E915-1F36-DA213ADDE031}"/>
              </a:ext>
            </a:extLst>
          </p:cNvPr>
          <p:cNvSpPr>
            <a:spLocks noGrp="1"/>
          </p:cNvSpPr>
          <p:nvPr>
            <p:ph type="title"/>
          </p:nvPr>
        </p:nvSpPr>
        <p:spPr>
          <a:xfrm>
            <a:off x="657226" y="436418"/>
            <a:ext cx="5896338" cy="4512397"/>
          </a:xfrm>
        </p:spPr>
        <p:txBody>
          <a:bodyPr/>
          <a:lstStyle/>
          <a:p>
            <a:r>
              <a:rPr lang="en-US" dirty="0"/>
              <a:t>K-Means</a:t>
            </a:r>
          </a:p>
        </p:txBody>
      </p:sp>
      <p:sp>
        <p:nvSpPr>
          <p:cNvPr id="3" name="Text Placeholder 2">
            <a:extLst>
              <a:ext uri="{FF2B5EF4-FFF2-40B4-BE49-F238E27FC236}">
                <a16:creationId xmlns:a16="http://schemas.microsoft.com/office/drawing/2014/main" id="{1226ABDF-735A-CC28-2800-950147010BB0}"/>
              </a:ext>
            </a:extLst>
          </p:cNvPr>
          <p:cNvSpPr>
            <a:spLocks noGrp="1"/>
          </p:cNvSpPr>
          <p:nvPr>
            <p:ph type="body" sz="quarter" idx="17"/>
          </p:nvPr>
        </p:nvSpPr>
        <p:spPr>
          <a:xfrm>
            <a:off x="657225" y="5152864"/>
            <a:ext cx="6796871" cy="1268718"/>
          </a:xfrm>
        </p:spPr>
        <p:txBody>
          <a:bodyPr/>
          <a:lstStyle/>
          <a:p>
            <a:r>
              <a:rPr lang="en-US" altLang="zh-CN" sz="2400" dirty="0"/>
              <a:t>Let's recall the basics of the K-Means algorithm</a:t>
            </a:r>
          </a:p>
        </p:txBody>
      </p:sp>
      <p:pic>
        <p:nvPicPr>
          <p:cNvPr id="7" name="Picture Placeholder 6" descr="A diagram of a graph&#10;&#10;AI-generated content may be incorrect.">
            <a:extLst>
              <a:ext uri="{FF2B5EF4-FFF2-40B4-BE49-F238E27FC236}">
                <a16:creationId xmlns:a16="http://schemas.microsoft.com/office/drawing/2014/main" id="{E61B85C5-6920-1765-4D3A-5D5D4C2B6C43}"/>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3341" t="242" b="3783"/>
          <a:stretch/>
        </p:blipFill>
        <p:spPr>
          <a:xfrm>
            <a:off x="7014258" y="669511"/>
            <a:ext cx="3772095" cy="3763594"/>
          </a:xfrm>
        </p:spPr>
      </p:pic>
      <p:pic>
        <p:nvPicPr>
          <p:cNvPr id="11" name="Picture Placeholder 10" descr="A close-up of a sign&#10;&#10;AI-generated content may be incorrect.">
            <a:extLst>
              <a:ext uri="{FF2B5EF4-FFF2-40B4-BE49-F238E27FC236}">
                <a16:creationId xmlns:a16="http://schemas.microsoft.com/office/drawing/2014/main" id="{B1008F3D-045B-D66C-6E5A-8A26DCD7AE55}"/>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l="-11730" t="-45996" b="-54212"/>
          <a:stretch/>
        </p:blipFill>
        <p:spPr>
          <a:xfrm>
            <a:off x="8947230" y="2801073"/>
            <a:ext cx="3244770" cy="3904526"/>
          </a:xfrm>
        </p:spPr>
      </p:pic>
    </p:spTree>
    <p:extLst>
      <p:ext uri="{BB962C8B-B14F-4D97-AF65-F5344CB8AC3E}">
        <p14:creationId xmlns:p14="http://schemas.microsoft.com/office/powerpoint/2010/main" val="4027966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B64D3BFF-F3A7-D487-DB1C-1B8AD714CC07}"/>
              </a:ext>
            </a:extLst>
          </p:cNvPr>
          <p:cNvSpPr>
            <a:spLocks noGrp="1"/>
          </p:cNvSpPr>
          <p:nvPr>
            <p:ph sz="quarter" idx="13"/>
          </p:nvPr>
        </p:nvSpPr>
        <p:spPr>
          <a:xfrm>
            <a:off x="412315" y="0"/>
            <a:ext cx="11367369" cy="1157469"/>
          </a:xfrm>
        </p:spPr>
        <p:txBody>
          <a:bodyPr anchor="ctr"/>
          <a:lstStyle/>
          <a:p>
            <a:r>
              <a:rPr lang="en-US" sz="4400" b="0" dirty="0">
                <a:latin typeface="+mj-lt"/>
              </a:rPr>
              <a:t>How does K-Means work</a:t>
            </a:r>
          </a:p>
        </p:txBody>
      </p:sp>
      <p:sp>
        <p:nvSpPr>
          <p:cNvPr id="13" name="Rectangle 4">
            <a:extLst>
              <a:ext uri="{FF2B5EF4-FFF2-40B4-BE49-F238E27FC236}">
                <a16:creationId xmlns:a16="http://schemas.microsoft.com/office/drawing/2014/main" id="{DA8B4098-3E37-07A8-02D0-F52CE1CE68A3}"/>
              </a:ext>
            </a:extLst>
          </p:cNvPr>
          <p:cNvSpPr>
            <a:spLocks noChangeArrowheads="1"/>
          </p:cNvSpPr>
          <p:nvPr/>
        </p:nvSpPr>
        <p:spPr bwMode="auto">
          <a:xfrm>
            <a:off x="671331" y="1157469"/>
            <a:ext cx="9537539" cy="4651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2000" b="1" i="0" u="none" strike="noStrike" cap="none" normalizeH="0" baseline="0" dirty="0">
                <a:ln>
                  <a:noFill/>
                </a:ln>
                <a:solidFill>
                  <a:schemeClr val="tx1"/>
                </a:solidFill>
                <a:effectLst/>
                <a:latin typeface="Arial Body"/>
              </a:rPr>
              <a:t>Choose how many clusters (K) you want</a:t>
            </a:r>
            <a:br>
              <a:rPr kumimoji="0" lang="uk-UA" altLang="uk-UA" sz="2000" b="0" i="0" u="none" strike="noStrike" cap="none" normalizeH="0" baseline="0" dirty="0">
                <a:ln>
                  <a:noFill/>
                </a:ln>
                <a:solidFill>
                  <a:schemeClr val="tx1"/>
                </a:solidFill>
                <a:effectLst/>
                <a:latin typeface="Arial Body"/>
              </a:rPr>
            </a:br>
            <a:r>
              <a:rPr kumimoji="0" lang="uk-UA" altLang="uk-UA" sz="2000" b="0" i="0" u="none" strike="noStrike" cap="none" normalizeH="0" baseline="0" dirty="0">
                <a:ln>
                  <a:noFill/>
                </a:ln>
                <a:solidFill>
                  <a:schemeClr val="tx1"/>
                </a:solidFill>
                <a:effectLst/>
                <a:latin typeface="Arial Body"/>
              </a:rPr>
              <a:t>➤ For example, you decide you want to group your data into 3 clusters.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2000" b="1" i="0" u="none" strike="noStrike" cap="none" normalizeH="0" baseline="0" dirty="0">
                <a:ln>
                  <a:noFill/>
                </a:ln>
                <a:solidFill>
                  <a:schemeClr val="tx1"/>
                </a:solidFill>
                <a:effectLst/>
                <a:latin typeface="Arial Body"/>
              </a:rPr>
              <a:t>Randomly place K points (called centroids)</a:t>
            </a:r>
            <a:br>
              <a:rPr kumimoji="0" lang="uk-UA" altLang="uk-UA" sz="2000" b="0" i="0" u="none" strike="noStrike" cap="none" normalizeH="0" baseline="0" dirty="0">
                <a:ln>
                  <a:noFill/>
                </a:ln>
                <a:solidFill>
                  <a:schemeClr val="tx1"/>
                </a:solidFill>
                <a:effectLst/>
                <a:latin typeface="Arial Body"/>
              </a:rPr>
            </a:br>
            <a:r>
              <a:rPr kumimoji="0" lang="uk-UA" altLang="uk-UA" sz="2000" b="0" i="0" u="none" strike="noStrike" cap="none" normalizeH="0" baseline="0" dirty="0">
                <a:ln>
                  <a:noFill/>
                </a:ln>
                <a:solidFill>
                  <a:schemeClr val="tx1"/>
                </a:solidFill>
                <a:effectLst/>
                <a:latin typeface="Arial Body"/>
              </a:rPr>
              <a:t>➤ These are just "guesses" of where the center of each cluster might be.</a:t>
            </a:r>
          </a:p>
          <a:p>
            <a:pPr marL="457200" indent="-457200" eaLnBrk="0" fontAlgn="base" hangingPunct="0">
              <a:lnSpc>
                <a:spcPct val="150000"/>
              </a:lnSpc>
              <a:spcBef>
                <a:spcPct val="0"/>
              </a:spcBef>
              <a:spcAft>
                <a:spcPct val="0"/>
              </a:spcAft>
              <a:buFont typeface="+mj-lt"/>
              <a:buAutoNum type="arabicPeriod"/>
            </a:pPr>
            <a:r>
              <a:rPr lang="uk-UA" altLang="uk-UA" sz="2000" b="1" dirty="0">
                <a:latin typeface="Arial Body"/>
              </a:rPr>
              <a:t>Assign each point to the nearest centroid</a:t>
            </a:r>
            <a:br>
              <a:rPr lang="uk-UA" altLang="uk-UA" sz="2000" dirty="0">
                <a:latin typeface="Arial Body"/>
              </a:rPr>
            </a:br>
            <a:r>
              <a:rPr lang="uk-UA" altLang="uk-UA" sz="2000" dirty="0">
                <a:latin typeface="Arial Body"/>
              </a:rPr>
              <a:t>➤ Each data point “joins” the cluster whose centroid is closest to it.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en-US" altLang="uk-UA" sz="2000" b="1" i="0" u="none" strike="noStrike" cap="none" normalizeH="0" baseline="0" dirty="0">
                <a:ln>
                  <a:noFill/>
                </a:ln>
                <a:solidFill>
                  <a:schemeClr val="tx1"/>
                </a:solidFill>
                <a:effectLst/>
                <a:latin typeface="Arial Body"/>
              </a:rPr>
              <a:t>Mo</a:t>
            </a:r>
            <a:r>
              <a:rPr kumimoji="0" lang="uk-UA" altLang="uk-UA" sz="2000" b="1" i="0" u="none" strike="noStrike" cap="none" normalizeH="0" baseline="0" dirty="0">
                <a:ln>
                  <a:noFill/>
                </a:ln>
                <a:solidFill>
                  <a:schemeClr val="tx1"/>
                </a:solidFill>
                <a:effectLst/>
                <a:latin typeface="Arial Body"/>
              </a:rPr>
              <a:t>ve each centroid to the average of its assigned points</a:t>
            </a:r>
            <a:br>
              <a:rPr kumimoji="0" lang="uk-UA" altLang="uk-UA" sz="2000" b="0" i="0" u="none" strike="noStrike" cap="none" normalizeH="0" baseline="0" dirty="0">
                <a:ln>
                  <a:noFill/>
                </a:ln>
                <a:solidFill>
                  <a:schemeClr val="tx1"/>
                </a:solidFill>
                <a:effectLst/>
                <a:latin typeface="Arial Body"/>
              </a:rPr>
            </a:br>
            <a:r>
              <a:rPr kumimoji="0" lang="uk-UA" altLang="uk-UA" sz="2000" b="0" i="0" u="none" strike="noStrike" cap="none" normalizeH="0" baseline="0" dirty="0">
                <a:ln>
                  <a:noFill/>
                </a:ln>
                <a:solidFill>
                  <a:schemeClr val="tx1"/>
                </a:solidFill>
                <a:effectLst/>
                <a:latin typeface="Arial Body"/>
              </a:rPr>
              <a:t>➤ Basically, recalculate the center of each cluster.</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2000" b="1" i="0" u="none" strike="noStrike" cap="none" normalizeH="0" baseline="0" dirty="0">
                <a:ln>
                  <a:noFill/>
                </a:ln>
                <a:solidFill>
                  <a:schemeClr val="tx1"/>
                </a:solidFill>
                <a:effectLst/>
                <a:latin typeface="Arial Body"/>
              </a:rPr>
              <a:t>Repeat steps 3 and 4 until nothing changes</a:t>
            </a:r>
            <a:br>
              <a:rPr kumimoji="0" lang="uk-UA" altLang="uk-UA" sz="2000" b="0" i="0" u="none" strike="noStrike" cap="none" normalizeH="0" baseline="0" dirty="0">
                <a:ln>
                  <a:noFill/>
                </a:ln>
                <a:solidFill>
                  <a:schemeClr val="tx1"/>
                </a:solidFill>
                <a:effectLst/>
                <a:latin typeface="Arial Body"/>
              </a:rPr>
            </a:br>
            <a:r>
              <a:rPr kumimoji="0" lang="uk-UA" altLang="uk-UA" sz="2000" b="0" i="0" u="none" strike="noStrike" cap="none" normalizeH="0" baseline="0" dirty="0">
                <a:ln>
                  <a:noFill/>
                </a:ln>
                <a:solidFill>
                  <a:schemeClr val="tx1"/>
                </a:solidFill>
                <a:effectLst/>
                <a:latin typeface="Arial Body"/>
              </a:rPr>
              <a:t>➤ That means the points stay in the same clusters, and centroids stop moving.</a:t>
            </a:r>
          </a:p>
        </p:txBody>
      </p:sp>
    </p:spTree>
    <p:extLst>
      <p:ext uri="{BB962C8B-B14F-4D97-AF65-F5344CB8AC3E}">
        <p14:creationId xmlns:p14="http://schemas.microsoft.com/office/powerpoint/2010/main" val="2555748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17BAB-FD6A-6FAB-BB25-78E1C19B2273}"/>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76B535E6-700B-A00A-6F9A-D3B4F79099D4}"/>
              </a:ext>
            </a:extLst>
          </p:cNvPr>
          <p:cNvSpPr>
            <a:spLocks noGrp="1"/>
          </p:cNvSpPr>
          <p:nvPr>
            <p:ph sz="quarter" idx="13"/>
          </p:nvPr>
        </p:nvSpPr>
        <p:spPr>
          <a:xfrm>
            <a:off x="412315" y="0"/>
            <a:ext cx="11367369" cy="1157469"/>
          </a:xfrm>
        </p:spPr>
        <p:txBody>
          <a:bodyPr anchor="ctr"/>
          <a:lstStyle/>
          <a:p>
            <a:r>
              <a:rPr lang="en-US" sz="4400" b="0" dirty="0">
                <a:latin typeface="+mj-lt"/>
              </a:rPr>
              <a:t>An illustration of the K-Means algorithm</a:t>
            </a:r>
          </a:p>
        </p:txBody>
      </p:sp>
      <p:pic>
        <p:nvPicPr>
          <p:cNvPr id="4098" name="Picture 2">
            <a:extLst>
              <a:ext uri="{FF2B5EF4-FFF2-40B4-BE49-F238E27FC236}">
                <a16:creationId xmlns:a16="http://schemas.microsoft.com/office/drawing/2014/main" id="{B55BD659-D6E8-487D-5EA7-3C015751BD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5663" y="1506907"/>
            <a:ext cx="4985976" cy="4845085"/>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2">
            <a:extLst>
              <a:ext uri="{FF2B5EF4-FFF2-40B4-BE49-F238E27FC236}">
                <a16:creationId xmlns:a16="http://schemas.microsoft.com/office/drawing/2014/main" id="{469D0D08-FEF2-4BFC-4364-F757EA851A70}"/>
              </a:ext>
            </a:extLst>
          </p:cNvPr>
          <p:cNvSpPr txBox="1">
            <a:spLocks/>
          </p:cNvSpPr>
          <p:nvPr/>
        </p:nvSpPr>
        <p:spPr>
          <a:xfrm>
            <a:off x="412315" y="2814846"/>
            <a:ext cx="4877315" cy="164140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5000" b="1" kern="1200">
                <a:solidFill>
                  <a:schemeClr val="tx1"/>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4400" b="1" kern="1200">
                <a:solidFill>
                  <a:schemeClr val="tx1"/>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4000" b="1" kern="1200">
                <a:solidFill>
                  <a:schemeClr val="tx1"/>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3600" b="1" kern="1200">
                <a:solidFill>
                  <a:schemeClr val="tx1"/>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32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Arial Body"/>
              </a:rPr>
              <a:t>Given:</a:t>
            </a:r>
          </a:p>
          <a:p>
            <a:pPr marL="342900" indent="-342900">
              <a:buFontTx/>
              <a:buChar char="-"/>
            </a:pPr>
            <a:r>
              <a:rPr lang="en-US" altLang="zh-CN" sz="2400" b="0" dirty="0">
                <a:latin typeface="Arial Body"/>
              </a:rPr>
              <a:t>a set of points for clustering</a:t>
            </a:r>
          </a:p>
          <a:p>
            <a:pPr marL="342900" indent="-342900">
              <a:buFontTx/>
              <a:buChar char="-"/>
            </a:pPr>
            <a:r>
              <a:rPr lang="en-US" altLang="zh-CN" sz="2400" b="0" dirty="0">
                <a:latin typeface="Arial Body"/>
              </a:rPr>
              <a:t>K(3) clusters to be searched for</a:t>
            </a:r>
          </a:p>
        </p:txBody>
      </p:sp>
      <p:pic>
        <p:nvPicPr>
          <p:cNvPr id="8" name="Picture 7">
            <a:extLst>
              <a:ext uri="{FF2B5EF4-FFF2-40B4-BE49-F238E27FC236}">
                <a16:creationId xmlns:a16="http://schemas.microsoft.com/office/drawing/2014/main" id="{EE4CF387-9CCA-7428-2668-180E3EE0C0B8}"/>
              </a:ext>
            </a:extLst>
          </p:cNvPr>
          <p:cNvPicPr>
            <a:picLocks noChangeAspect="1"/>
          </p:cNvPicPr>
          <p:nvPr/>
        </p:nvPicPr>
        <p:blipFill>
          <a:blip r:embed="rId3"/>
          <a:stretch>
            <a:fillRect/>
          </a:stretch>
        </p:blipFill>
        <p:spPr>
          <a:xfrm>
            <a:off x="5324302" y="1471499"/>
            <a:ext cx="46352" cy="4845085"/>
          </a:xfrm>
          <a:prstGeom prst="rect">
            <a:avLst/>
          </a:prstGeom>
        </p:spPr>
      </p:pic>
    </p:spTree>
    <p:extLst>
      <p:ext uri="{BB962C8B-B14F-4D97-AF65-F5344CB8AC3E}">
        <p14:creationId xmlns:p14="http://schemas.microsoft.com/office/powerpoint/2010/main" val="1292567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DF1BCE5-CF45-9BCE-9905-8E376F7BC67D}"/>
              </a:ext>
            </a:extLst>
          </p:cNvPr>
          <p:cNvSpPr>
            <a:spLocks noGrp="1"/>
          </p:cNvSpPr>
          <p:nvPr>
            <p:ph type="title"/>
          </p:nvPr>
        </p:nvSpPr>
        <p:spPr>
          <a:xfrm>
            <a:off x="844000" y="831918"/>
            <a:ext cx="6241267" cy="855614"/>
          </a:xfrm>
        </p:spPr>
        <p:txBody>
          <a:bodyPr anchor="t"/>
          <a:lstStyle/>
          <a:p>
            <a:r>
              <a:rPr lang="en-US" dirty="0"/>
              <a:t>Euclidean Distance</a:t>
            </a:r>
          </a:p>
        </p:txBody>
      </p:sp>
      <p:pic>
        <p:nvPicPr>
          <p:cNvPr id="9" name="Picture Placeholder 8" descr="A group of people sitting around a statue&#10;&#10;AI-generated content may be incorrect.">
            <a:extLst>
              <a:ext uri="{FF2B5EF4-FFF2-40B4-BE49-F238E27FC236}">
                <a16:creationId xmlns:a16="http://schemas.microsoft.com/office/drawing/2014/main" id="{7117EF3B-282D-B575-E28E-546DF6F49F25}"/>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a:stretch/>
        </p:blipFill>
        <p:spPr>
          <a:xfrm>
            <a:off x="7509681" y="497484"/>
            <a:ext cx="2533717" cy="2597081"/>
          </a:xfrm>
        </p:spPr>
      </p:pic>
      <p:sp>
        <p:nvSpPr>
          <p:cNvPr id="25" name="Content Placeholder 24">
            <a:extLst>
              <a:ext uri="{FF2B5EF4-FFF2-40B4-BE49-F238E27FC236}">
                <a16:creationId xmlns:a16="http://schemas.microsoft.com/office/drawing/2014/main" id="{D3260F15-C557-606C-FD4F-49AF9C2A3D67}"/>
              </a:ext>
            </a:extLst>
          </p:cNvPr>
          <p:cNvSpPr>
            <a:spLocks noGrp="1"/>
          </p:cNvSpPr>
          <p:nvPr>
            <p:ph sz="quarter" idx="18"/>
          </p:nvPr>
        </p:nvSpPr>
        <p:spPr>
          <a:xfrm>
            <a:off x="844000" y="1687532"/>
            <a:ext cx="5963483" cy="560849"/>
          </a:xfrm>
        </p:spPr>
        <p:txBody>
          <a:bodyPr/>
          <a:lstStyle/>
          <a:p>
            <a:r>
              <a:rPr lang="en-US" sz="2400" dirty="0"/>
              <a:t>Formula (for 2D space):</a:t>
            </a:r>
            <a:endParaRPr lang="uk-UA" sz="2400" dirty="0"/>
          </a:p>
        </p:txBody>
      </p:sp>
      <p:pic>
        <p:nvPicPr>
          <p:cNvPr id="27" name="Picture 26">
            <a:extLst>
              <a:ext uri="{FF2B5EF4-FFF2-40B4-BE49-F238E27FC236}">
                <a16:creationId xmlns:a16="http://schemas.microsoft.com/office/drawing/2014/main" id="{5A28BED1-B53A-9372-7CC7-4A9B4233851A}"/>
              </a:ext>
            </a:extLst>
          </p:cNvPr>
          <p:cNvPicPr>
            <a:picLocks noChangeAspect="1"/>
          </p:cNvPicPr>
          <p:nvPr/>
        </p:nvPicPr>
        <p:blipFill>
          <a:blip r:embed="rId3"/>
          <a:stretch>
            <a:fillRect/>
          </a:stretch>
        </p:blipFill>
        <p:spPr>
          <a:xfrm>
            <a:off x="844000" y="2054898"/>
            <a:ext cx="5963482" cy="1295581"/>
          </a:xfrm>
          <a:prstGeom prst="rect">
            <a:avLst/>
          </a:prstGeom>
        </p:spPr>
      </p:pic>
      <p:pic>
        <p:nvPicPr>
          <p:cNvPr id="30" name="Picture 29">
            <a:extLst>
              <a:ext uri="{FF2B5EF4-FFF2-40B4-BE49-F238E27FC236}">
                <a16:creationId xmlns:a16="http://schemas.microsoft.com/office/drawing/2014/main" id="{E695C148-5FC1-E1D9-BFAD-27E83D159B7B}"/>
              </a:ext>
            </a:extLst>
          </p:cNvPr>
          <p:cNvPicPr>
            <a:picLocks noChangeAspect="1"/>
          </p:cNvPicPr>
          <p:nvPr/>
        </p:nvPicPr>
        <p:blipFill>
          <a:blip r:embed="rId4"/>
          <a:stretch>
            <a:fillRect/>
          </a:stretch>
        </p:blipFill>
        <p:spPr>
          <a:xfrm>
            <a:off x="884673" y="3292500"/>
            <a:ext cx="3990261" cy="3123347"/>
          </a:xfrm>
          <a:prstGeom prst="rect">
            <a:avLst/>
          </a:prstGeom>
        </p:spPr>
      </p:pic>
      <p:sp>
        <p:nvSpPr>
          <p:cNvPr id="31" name="Arrow: Right 30">
            <a:extLst>
              <a:ext uri="{FF2B5EF4-FFF2-40B4-BE49-F238E27FC236}">
                <a16:creationId xmlns:a16="http://schemas.microsoft.com/office/drawing/2014/main" id="{ED3E6296-0F44-DB5B-6473-1080AFF2054D}"/>
              </a:ext>
            </a:extLst>
          </p:cNvPr>
          <p:cNvSpPr/>
          <p:nvPr/>
        </p:nvSpPr>
        <p:spPr>
          <a:xfrm>
            <a:off x="5127585" y="4155311"/>
            <a:ext cx="968415" cy="101515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uk-UA"/>
          </a:p>
        </p:txBody>
      </p:sp>
      <p:pic>
        <p:nvPicPr>
          <p:cNvPr id="33" name="Picture 32">
            <a:extLst>
              <a:ext uri="{FF2B5EF4-FFF2-40B4-BE49-F238E27FC236}">
                <a16:creationId xmlns:a16="http://schemas.microsoft.com/office/drawing/2014/main" id="{62AC33AF-A518-FA63-68B3-2719C2CDBA6C}"/>
              </a:ext>
            </a:extLst>
          </p:cNvPr>
          <p:cNvPicPr>
            <a:picLocks noChangeAspect="1"/>
          </p:cNvPicPr>
          <p:nvPr/>
        </p:nvPicPr>
        <p:blipFill>
          <a:blip r:embed="rId5"/>
          <a:stretch>
            <a:fillRect/>
          </a:stretch>
        </p:blipFill>
        <p:spPr>
          <a:xfrm>
            <a:off x="6400939" y="3292500"/>
            <a:ext cx="4344659" cy="3016064"/>
          </a:xfrm>
          <a:prstGeom prst="rect">
            <a:avLst/>
          </a:prstGeom>
        </p:spPr>
      </p:pic>
    </p:spTree>
    <p:extLst>
      <p:ext uri="{BB962C8B-B14F-4D97-AF65-F5344CB8AC3E}">
        <p14:creationId xmlns:p14="http://schemas.microsoft.com/office/powerpoint/2010/main" val="2916542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7DF92-DA8E-6403-38C8-8FE04681FC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6F7A73-0B19-7EA2-0D5B-6F98C1364D4D}"/>
              </a:ext>
            </a:extLst>
          </p:cNvPr>
          <p:cNvSpPr>
            <a:spLocks noGrp="1"/>
          </p:cNvSpPr>
          <p:nvPr>
            <p:ph type="title"/>
          </p:nvPr>
        </p:nvSpPr>
        <p:spPr>
          <a:xfrm>
            <a:off x="612648" y="219456"/>
            <a:ext cx="10652760" cy="1133856"/>
          </a:xfrm>
        </p:spPr>
        <p:txBody>
          <a:bodyPr anchor="ctr">
            <a:normAutofit/>
          </a:bodyPr>
          <a:lstStyle/>
          <a:p>
            <a:r>
              <a:rPr lang="en-US" sz="4400" dirty="0"/>
              <a:t>Pros of K-Means algorithm</a:t>
            </a:r>
            <a:endParaRPr lang="uk-UA" sz="4400" dirty="0"/>
          </a:p>
        </p:txBody>
      </p:sp>
      <p:sp>
        <p:nvSpPr>
          <p:cNvPr id="3" name="Rectangle 1">
            <a:extLst>
              <a:ext uri="{FF2B5EF4-FFF2-40B4-BE49-F238E27FC236}">
                <a16:creationId xmlns:a16="http://schemas.microsoft.com/office/drawing/2014/main" id="{30C39DB1-B969-7541-DC8A-42EB40827B45}"/>
              </a:ext>
            </a:extLst>
          </p:cNvPr>
          <p:cNvSpPr>
            <a:spLocks noChangeArrowheads="1"/>
          </p:cNvSpPr>
          <p:nvPr/>
        </p:nvSpPr>
        <p:spPr bwMode="auto">
          <a:xfrm>
            <a:off x="612648" y="1376419"/>
            <a:ext cx="7177114" cy="4011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Easy to understand and implement</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Simple logic: group by closeness to the center (centroid).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Scales well</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Can handle thousands or even millions of data points quickly.</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Fast and efficient</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Works well with large datasets and high-dimensional data.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Works well when clusters are spherical and evenly sized</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Great for clean, well-separated data.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Widely used and supported</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Available in almost every machine learning library.</a:t>
            </a:r>
            <a:endParaRPr kumimoji="0" lang="uk-UA" altLang="uk-UA" sz="1800" i="0" u="none" strike="noStrike" cap="none" normalizeH="0" baseline="0" dirty="0">
              <a:ln>
                <a:noFill/>
              </a:ln>
              <a:solidFill>
                <a:schemeClr val="tx1">
                  <a:lumMod val="65000"/>
                  <a:lumOff val="35000"/>
                </a:schemeClr>
              </a:solidFill>
              <a:effectLst/>
              <a:latin typeface="Arial Body"/>
            </a:endParaRPr>
          </a:p>
        </p:txBody>
      </p:sp>
    </p:spTree>
    <p:extLst>
      <p:ext uri="{BB962C8B-B14F-4D97-AF65-F5344CB8AC3E}">
        <p14:creationId xmlns:p14="http://schemas.microsoft.com/office/powerpoint/2010/main" val="3775114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AF57E-847B-7998-827A-AEB2AE07A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7A836-DC38-7460-018B-AD9C7E854CAC}"/>
              </a:ext>
            </a:extLst>
          </p:cNvPr>
          <p:cNvSpPr>
            <a:spLocks noGrp="1"/>
          </p:cNvSpPr>
          <p:nvPr>
            <p:ph type="title"/>
          </p:nvPr>
        </p:nvSpPr>
        <p:spPr>
          <a:xfrm>
            <a:off x="612648" y="219456"/>
            <a:ext cx="10652760" cy="1133856"/>
          </a:xfrm>
        </p:spPr>
        <p:txBody>
          <a:bodyPr anchor="ctr">
            <a:normAutofit/>
          </a:bodyPr>
          <a:lstStyle/>
          <a:p>
            <a:r>
              <a:rPr lang="en-US" sz="4400" dirty="0"/>
              <a:t>Cons of K-Means algorithm</a:t>
            </a:r>
            <a:endParaRPr lang="uk-UA" sz="4400" dirty="0"/>
          </a:p>
        </p:txBody>
      </p:sp>
      <p:sp>
        <p:nvSpPr>
          <p:cNvPr id="4" name="TextBox 3">
            <a:extLst>
              <a:ext uri="{FF2B5EF4-FFF2-40B4-BE49-F238E27FC236}">
                <a16:creationId xmlns:a16="http://schemas.microsoft.com/office/drawing/2014/main" id="{59EFDFFD-6F25-CEDA-69B3-CB568D294CDE}"/>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3" name="Rectangle 1">
            <a:extLst>
              <a:ext uri="{FF2B5EF4-FFF2-40B4-BE49-F238E27FC236}">
                <a16:creationId xmlns:a16="http://schemas.microsoft.com/office/drawing/2014/main" id="{8206BC1E-2113-4E98-B7BD-CC5865322BD8}"/>
              </a:ext>
            </a:extLst>
          </p:cNvPr>
          <p:cNvSpPr>
            <a:spLocks noChangeArrowheads="1"/>
          </p:cNvSpPr>
          <p:nvPr/>
        </p:nvSpPr>
        <p:spPr bwMode="auto">
          <a:xfrm>
            <a:off x="612648" y="1350952"/>
            <a:ext cx="6968574" cy="397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Sensitive to outliers and noise</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A single outlier can distort a cluster's centroid.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Assumes clusters are circular (spherical)</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Doesn't work well with irregular or elongated shapes.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Must choose the number of clusters (K) beforehand</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Can be tricky if you don’t know how many groups exist in your data.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Can converge to local minimum</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Different initial centroid positions may give different results.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Not good with different cluster sizes or densities</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It may split a large cluster or merge small, dense clusters incorrectly</a:t>
            </a:r>
            <a:r>
              <a:rPr kumimoji="0" lang="uk-UA" altLang="uk-UA" sz="1600" b="0" i="0" u="none" strike="noStrike" cap="none" normalizeH="0" baseline="0" dirty="0">
                <a:ln>
                  <a:noFill/>
                </a:ln>
                <a:solidFill>
                  <a:schemeClr val="tx1">
                    <a:lumMod val="65000"/>
                    <a:lumOff val="35000"/>
                  </a:schemeClr>
                </a:solidFill>
                <a:effectLst/>
                <a:latin typeface="Arial" panose="020B0604020202020204" pitchFamily="34" charset="0"/>
              </a:rPr>
              <a:t>.</a:t>
            </a:r>
            <a:endParaRPr kumimoji="0" lang="uk-UA" altLang="uk-UA" sz="1800" b="0" i="0" u="none" strike="noStrike" cap="none" normalizeH="0" baseline="0" dirty="0">
              <a:ln>
                <a:noFill/>
              </a:ln>
              <a:solidFill>
                <a:schemeClr val="tx1">
                  <a:lumMod val="65000"/>
                  <a:lumOff val="35000"/>
                </a:schemeClr>
              </a:solidFill>
              <a:effectLst/>
              <a:latin typeface="Arial" panose="020B0604020202020204" pitchFamily="34" charset="0"/>
            </a:endParaRPr>
          </a:p>
        </p:txBody>
      </p:sp>
    </p:spTree>
    <p:extLst>
      <p:ext uri="{BB962C8B-B14F-4D97-AF65-F5344CB8AC3E}">
        <p14:creationId xmlns:p14="http://schemas.microsoft.com/office/powerpoint/2010/main" val="468918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1F9E1-7F0F-3CCA-2355-0BF31D56D3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9BB4B-DE16-2055-5C16-8AD07CF22B11}"/>
              </a:ext>
            </a:extLst>
          </p:cNvPr>
          <p:cNvSpPr>
            <a:spLocks noGrp="1"/>
          </p:cNvSpPr>
          <p:nvPr>
            <p:ph type="title"/>
          </p:nvPr>
        </p:nvSpPr>
        <p:spPr>
          <a:xfrm>
            <a:off x="657226" y="436418"/>
            <a:ext cx="6357032" cy="4512397"/>
          </a:xfrm>
        </p:spPr>
        <p:txBody>
          <a:bodyPr/>
          <a:lstStyle/>
          <a:p>
            <a:r>
              <a:rPr lang="en-US" dirty="0"/>
              <a:t>Agglomerative (hierarchical) clustering</a:t>
            </a:r>
          </a:p>
        </p:txBody>
      </p:sp>
      <p:pic>
        <p:nvPicPr>
          <p:cNvPr id="8" name="Picture Placeholder 7" descr="A diagram of a graph&#10;&#10;AI-generated content may be incorrect.">
            <a:extLst>
              <a:ext uri="{FF2B5EF4-FFF2-40B4-BE49-F238E27FC236}">
                <a16:creationId xmlns:a16="http://schemas.microsoft.com/office/drawing/2014/main" id="{5A72183E-FEA8-EE30-71FF-F297BD1B7854}"/>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13054" t="-5403" r="-15651" b="-23249"/>
          <a:stretch/>
        </p:blipFill>
        <p:spPr>
          <a:xfrm>
            <a:off x="6883862" y="669510"/>
            <a:ext cx="3902491" cy="3902491"/>
          </a:xfrm>
        </p:spPr>
      </p:pic>
      <p:pic>
        <p:nvPicPr>
          <p:cNvPr id="17" name="Picture Placeholder 16" descr="A smiley face made out of dots&#10;&#10;AI-generated content may be incorrect.">
            <a:extLst>
              <a:ext uri="{FF2B5EF4-FFF2-40B4-BE49-F238E27FC236}">
                <a16:creationId xmlns:a16="http://schemas.microsoft.com/office/drawing/2014/main" id="{5F0308E0-4104-AE1A-E5A0-57A109A1662A}"/>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l="-19930" t="-25896" b="-26613"/>
          <a:stretch/>
        </p:blipFill>
        <p:spPr>
          <a:xfrm>
            <a:off x="9052312" y="2833425"/>
            <a:ext cx="3139688" cy="3872174"/>
          </a:xfrm>
        </p:spPr>
      </p:pic>
    </p:spTree>
    <p:extLst>
      <p:ext uri="{BB962C8B-B14F-4D97-AF65-F5344CB8AC3E}">
        <p14:creationId xmlns:p14="http://schemas.microsoft.com/office/powerpoint/2010/main" val="724718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56648C7D-6150-D497-C90F-F78C2BDCC507}"/>
              </a:ext>
            </a:extLst>
          </p:cNvPr>
          <p:cNvSpPr txBox="1">
            <a:spLocks/>
          </p:cNvSpPr>
          <p:nvPr/>
        </p:nvSpPr>
        <p:spPr>
          <a:xfrm>
            <a:off x="412315" y="104172"/>
            <a:ext cx="11367369" cy="1157469"/>
          </a:xfrm>
          <a:prstGeom prst="rect">
            <a:avLst/>
          </a:prstGeom>
        </p:spPr>
        <p:txBody>
          <a:bodyPr anchor="ct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latin typeface="+mj-lt"/>
              </a:rPr>
              <a:t>How does Agglomerative clustering work</a:t>
            </a:r>
          </a:p>
        </p:txBody>
      </p:sp>
      <p:pic>
        <p:nvPicPr>
          <p:cNvPr id="6146" name="Picture 2" descr="Hierarchical Clustering Comprehensive &amp; Practical How To Guide">
            <a:extLst>
              <a:ext uri="{FF2B5EF4-FFF2-40B4-BE49-F238E27FC236}">
                <a16:creationId xmlns:a16="http://schemas.microsoft.com/office/drawing/2014/main" id="{14975412-FF0C-F6E4-F82E-F556530B2E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2928" y="1446835"/>
            <a:ext cx="5563566" cy="4572000"/>
          </a:xfrm>
          <a:prstGeom prst="rect">
            <a:avLst/>
          </a:prstGeom>
          <a:noFill/>
          <a:extLst>
            <a:ext uri="{909E8E84-426E-40DD-AFC4-6F175D3DCCD1}">
              <a14:hiddenFill xmlns:a14="http://schemas.microsoft.com/office/drawing/2010/main">
                <a:solidFill>
                  <a:srgbClr val="FFFFFF"/>
                </a:solidFill>
              </a14:hiddenFill>
            </a:ext>
          </a:extLst>
        </p:spPr>
      </p:pic>
      <p:sp>
        <p:nvSpPr>
          <p:cNvPr id="45" name="Rectangle 4">
            <a:extLst>
              <a:ext uri="{FF2B5EF4-FFF2-40B4-BE49-F238E27FC236}">
                <a16:creationId xmlns:a16="http://schemas.microsoft.com/office/drawing/2014/main" id="{288818F0-44D3-2903-1789-AF68366C7B84}"/>
              </a:ext>
            </a:extLst>
          </p:cNvPr>
          <p:cNvSpPr>
            <a:spLocks noChangeArrowheads="1"/>
          </p:cNvSpPr>
          <p:nvPr/>
        </p:nvSpPr>
        <p:spPr bwMode="auto">
          <a:xfrm>
            <a:off x="285506" y="1555270"/>
            <a:ext cx="6335213" cy="447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Start with each point as its own cluster</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If you have 10 points, you start with 10 tiny clusters.</a:t>
            </a:r>
            <a:endParaRPr kumimoji="0" lang="en-US" altLang="uk-UA" sz="1600" b="0" i="0" u="none" strike="noStrike" cap="none" normalizeH="0" baseline="0" dirty="0">
              <a:ln>
                <a:noFill/>
              </a:ln>
              <a:solidFill>
                <a:schemeClr val="tx1"/>
              </a:solidFill>
              <a:effectLst/>
              <a:latin typeface="Arial Body"/>
            </a:endParaRPr>
          </a:p>
          <a:p>
            <a:pPr marL="342900" indent="-342900" eaLnBrk="0" fontAlgn="base" hangingPunct="0">
              <a:lnSpc>
                <a:spcPct val="150000"/>
              </a:lnSpc>
              <a:spcBef>
                <a:spcPct val="0"/>
              </a:spcBef>
              <a:spcAft>
                <a:spcPct val="0"/>
              </a:spcAft>
              <a:buFont typeface="+mj-lt"/>
              <a:buAutoNum type="arabicPeriod"/>
            </a:pPr>
            <a:r>
              <a:rPr kumimoji="0" lang="uk-UA" altLang="uk-UA" sz="1600" b="1" i="0" u="none" strike="noStrike" cap="none" normalizeH="0" baseline="0" dirty="0">
                <a:ln>
                  <a:noFill/>
                </a:ln>
                <a:solidFill>
                  <a:schemeClr val="tx1"/>
                </a:solidFill>
                <a:effectLst/>
                <a:latin typeface="Arial Body"/>
              </a:rPr>
              <a:t>Find the two closest clusters</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Look for the pair that are the most similar or closest to each other.</a:t>
            </a:r>
            <a:r>
              <a:rPr kumimoji="0" lang="en-US" altLang="uk-UA" sz="1600" b="0" i="0" u="none" strike="noStrike" cap="none" normalizeH="0" baseline="0" dirty="0">
                <a:ln>
                  <a:noFill/>
                </a:ln>
                <a:solidFill>
                  <a:schemeClr val="tx1"/>
                </a:solidFill>
                <a:effectLst/>
                <a:latin typeface="Arial Body"/>
              </a:rPr>
              <a:t> Uses </a:t>
            </a:r>
            <a:r>
              <a:rPr kumimoji="0" lang="en-US" altLang="uk-UA" sz="1600" b="1" i="0" u="none" strike="noStrike" cap="none" normalizeH="0" baseline="0" dirty="0">
                <a:ln>
                  <a:noFill/>
                </a:ln>
                <a:solidFill>
                  <a:schemeClr val="tx1"/>
                </a:solidFill>
                <a:effectLst/>
                <a:latin typeface="Arial Body"/>
              </a:rPr>
              <a:t>Euclidean distance </a:t>
            </a:r>
            <a:r>
              <a:rPr kumimoji="0" lang="en-US" altLang="uk-UA" sz="1600" b="0" i="0" u="none" strike="noStrike" cap="none" normalizeH="0" baseline="0" dirty="0">
                <a:ln>
                  <a:noFill/>
                </a:ln>
                <a:solidFill>
                  <a:schemeClr val="tx1"/>
                </a:solidFill>
                <a:effectLst/>
                <a:latin typeface="Arial Body"/>
              </a:rPr>
              <a:t>as well.</a:t>
            </a:r>
            <a:endParaRPr kumimoji="0" lang="uk-UA" altLang="uk-UA" sz="1600" b="0" i="0" u="none" strike="noStrike" cap="none" normalizeH="0" baseline="0" dirty="0">
              <a:ln>
                <a:noFill/>
              </a:ln>
              <a:solidFill>
                <a:schemeClr val="tx1"/>
              </a:solidFill>
              <a:effectLst/>
              <a:latin typeface="Arial Body"/>
            </a:endParaRP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Merge them into one cluster</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Combine those two into a single group.</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Repeat steps 2 and 3</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Keep finding and merging the closest clusters.</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Stop when you have the number of clusters you want</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Or, stop when everything is merged into one big cluster (you can cut it into pieces later).</a:t>
            </a:r>
          </a:p>
        </p:txBody>
      </p:sp>
    </p:spTree>
    <p:extLst>
      <p:ext uri="{BB962C8B-B14F-4D97-AF65-F5344CB8AC3E}">
        <p14:creationId xmlns:p14="http://schemas.microsoft.com/office/powerpoint/2010/main" val="3785386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DE59C-9D78-B3F1-0EFF-5CDEA5091ED6}"/>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D3C8BB32-A989-3E31-A288-881F959610CB}"/>
              </a:ext>
            </a:extLst>
          </p:cNvPr>
          <p:cNvSpPr>
            <a:spLocks noGrp="1"/>
          </p:cNvSpPr>
          <p:nvPr>
            <p:ph sz="quarter" idx="13"/>
          </p:nvPr>
        </p:nvSpPr>
        <p:spPr>
          <a:xfrm>
            <a:off x="412315" y="92597"/>
            <a:ext cx="11367369" cy="1574157"/>
          </a:xfrm>
        </p:spPr>
        <p:txBody>
          <a:bodyPr anchor="ctr"/>
          <a:lstStyle/>
          <a:p>
            <a:r>
              <a:rPr lang="en-US" sz="4400" b="0" dirty="0">
                <a:latin typeface="+mj-lt"/>
              </a:rPr>
              <a:t>An illustration of the </a:t>
            </a:r>
            <a:r>
              <a:rPr lang="en-US" sz="4400" dirty="0">
                <a:latin typeface="+mj-lt"/>
              </a:rPr>
              <a:t>Agglomerative</a:t>
            </a:r>
            <a:r>
              <a:rPr lang="en-US" sz="4400" b="0" dirty="0">
                <a:latin typeface="+mj-lt"/>
              </a:rPr>
              <a:t> clustering works</a:t>
            </a:r>
          </a:p>
        </p:txBody>
      </p:sp>
      <p:pic>
        <p:nvPicPr>
          <p:cNvPr id="8194" name="Picture 2" descr="Agglomerative Clustering with Graph | by Khushivirpariya | Medium">
            <a:extLst>
              <a:ext uri="{FF2B5EF4-FFF2-40B4-BE49-F238E27FC236}">
                <a16:creationId xmlns:a16="http://schemas.microsoft.com/office/drawing/2014/main" id="{ECC3C2C5-D8C7-2406-AACA-7D2D1AD4B8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810" y="1869914"/>
            <a:ext cx="9696450" cy="3905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13870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62C1F3-F6B8-70E0-3CF5-FF56F62F0127}"/>
              </a:ext>
            </a:extLst>
          </p:cNvPr>
          <p:cNvPicPr>
            <a:picLocks noChangeAspect="1"/>
          </p:cNvPicPr>
          <p:nvPr/>
        </p:nvPicPr>
        <p:blipFill>
          <a:blip r:embed="rId2"/>
          <a:stretch>
            <a:fillRect/>
          </a:stretch>
        </p:blipFill>
        <p:spPr>
          <a:xfrm>
            <a:off x="287453" y="1838960"/>
            <a:ext cx="3370572" cy="3454836"/>
          </a:xfrm>
          <a:prstGeom prst="rect">
            <a:avLst/>
          </a:prstGeom>
        </p:spPr>
      </p:pic>
      <p:pic>
        <p:nvPicPr>
          <p:cNvPr id="7" name="Picture 6">
            <a:extLst>
              <a:ext uri="{FF2B5EF4-FFF2-40B4-BE49-F238E27FC236}">
                <a16:creationId xmlns:a16="http://schemas.microsoft.com/office/drawing/2014/main" id="{647F34F1-016B-7454-5D1A-949AF32012A0}"/>
              </a:ext>
            </a:extLst>
          </p:cNvPr>
          <p:cNvPicPr>
            <a:picLocks noChangeAspect="1"/>
          </p:cNvPicPr>
          <p:nvPr/>
        </p:nvPicPr>
        <p:blipFill>
          <a:blip r:embed="rId3"/>
          <a:stretch>
            <a:fillRect/>
          </a:stretch>
        </p:blipFill>
        <p:spPr>
          <a:xfrm>
            <a:off x="3911289" y="1747858"/>
            <a:ext cx="3517533" cy="3596875"/>
          </a:xfrm>
          <a:prstGeom prst="rect">
            <a:avLst/>
          </a:prstGeom>
        </p:spPr>
      </p:pic>
      <p:pic>
        <p:nvPicPr>
          <p:cNvPr id="9" name="Picture 8">
            <a:extLst>
              <a:ext uri="{FF2B5EF4-FFF2-40B4-BE49-F238E27FC236}">
                <a16:creationId xmlns:a16="http://schemas.microsoft.com/office/drawing/2014/main" id="{F8D7E8B3-078F-21FE-C52A-3E41087D4C7E}"/>
              </a:ext>
            </a:extLst>
          </p:cNvPr>
          <p:cNvPicPr>
            <a:picLocks noChangeAspect="1"/>
          </p:cNvPicPr>
          <p:nvPr/>
        </p:nvPicPr>
        <p:blipFill>
          <a:blip r:embed="rId4"/>
          <a:stretch>
            <a:fillRect/>
          </a:stretch>
        </p:blipFill>
        <p:spPr>
          <a:xfrm>
            <a:off x="7682086" y="1747858"/>
            <a:ext cx="3405125" cy="3531241"/>
          </a:xfrm>
          <a:prstGeom prst="rect">
            <a:avLst/>
          </a:prstGeom>
        </p:spPr>
      </p:pic>
      <p:sp>
        <p:nvSpPr>
          <p:cNvPr id="10" name="Content Placeholder 2">
            <a:extLst>
              <a:ext uri="{FF2B5EF4-FFF2-40B4-BE49-F238E27FC236}">
                <a16:creationId xmlns:a16="http://schemas.microsoft.com/office/drawing/2014/main" id="{0E9A5A04-7E39-7E1F-22E4-9C4E9E143AA1}"/>
              </a:ext>
            </a:extLst>
          </p:cNvPr>
          <p:cNvSpPr>
            <a:spLocks noGrp="1"/>
          </p:cNvSpPr>
          <p:nvPr>
            <p:ph sz="quarter" idx="13"/>
          </p:nvPr>
        </p:nvSpPr>
        <p:spPr>
          <a:xfrm>
            <a:off x="412315" y="92597"/>
            <a:ext cx="11553543" cy="1574157"/>
          </a:xfrm>
        </p:spPr>
        <p:txBody>
          <a:bodyPr anchor="ctr"/>
          <a:lstStyle/>
          <a:p>
            <a:r>
              <a:rPr lang="en-US" sz="4400" b="0" dirty="0">
                <a:latin typeface="+mj-lt"/>
              </a:rPr>
              <a:t>An example of different clustering algorithms</a:t>
            </a:r>
          </a:p>
        </p:txBody>
      </p:sp>
    </p:spTree>
    <p:extLst>
      <p:ext uri="{BB962C8B-B14F-4D97-AF65-F5344CB8AC3E}">
        <p14:creationId xmlns:p14="http://schemas.microsoft.com/office/powerpoint/2010/main" val="1186179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97B82-AFD7-CE6B-31D5-C99CD16C8CF5}"/>
              </a:ext>
            </a:extLst>
          </p:cNvPr>
          <p:cNvSpPr>
            <a:spLocks noGrp="1"/>
          </p:cNvSpPr>
          <p:nvPr>
            <p:ph type="title"/>
          </p:nvPr>
        </p:nvSpPr>
        <p:spPr>
          <a:xfrm>
            <a:off x="612648" y="219456"/>
            <a:ext cx="10652760" cy="1133856"/>
          </a:xfrm>
        </p:spPr>
        <p:txBody>
          <a:bodyPr anchor="ctr">
            <a:normAutofit/>
          </a:bodyPr>
          <a:lstStyle/>
          <a:p>
            <a:r>
              <a:rPr lang="en-US" sz="4400" dirty="0"/>
              <a:t>Linkage</a:t>
            </a:r>
            <a:r>
              <a:rPr lang="uk-UA" sz="4400" dirty="0"/>
              <a:t> </a:t>
            </a:r>
            <a:r>
              <a:rPr lang="en-US" sz="4400" dirty="0"/>
              <a:t>Methods</a:t>
            </a:r>
            <a:endParaRPr lang="uk-UA" sz="4400" dirty="0"/>
          </a:p>
        </p:txBody>
      </p:sp>
      <p:sp>
        <p:nvSpPr>
          <p:cNvPr id="7" name="TextBox 6">
            <a:extLst>
              <a:ext uri="{FF2B5EF4-FFF2-40B4-BE49-F238E27FC236}">
                <a16:creationId xmlns:a16="http://schemas.microsoft.com/office/drawing/2014/main" id="{A7A6242A-D565-17F3-A196-D3459D9928DD}"/>
              </a:ext>
            </a:extLst>
          </p:cNvPr>
          <p:cNvSpPr txBox="1"/>
          <p:nvPr/>
        </p:nvSpPr>
        <p:spPr>
          <a:xfrm>
            <a:off x="612648" y="1353312"/>
            <a:ext cx="10652760" cy="4970591"/>
          </a:xfrm>
          <a:prstGeom prst="rect">
            <a:avLst/>
          </a:prstGeom>
          <a:noFill/>
        </p:spPr>
        <p:txBody>
          <a:bodyPr wrap="square">
            <a:spAutoFit/>
          </a:bodyPr>
          <a:lstStyle/>
          <a:p>
            <a:pPr algn="just">
              <a:lnSpc>
                <a:spcPct val="150000"/>
              </a:lnSpc>
            </a:pPr>
            <a:r>
              <a:rPr lang="en-US" dirty="0"/>
              <a:t>How to determine which cluster to assign a new point to</a:t>
            </a:r>
            <a:r>
              <a:rPr lang="uk-UA" dirty="0"/>
              <a:t>?</a:t>
            </a:r>
            <a:endParaRPr lang="en-US" dirty="0"/>
          </a:p>
          <a:p>
            <a:pPr>
              <a:lnSpc>
                <a:spcPct val="150000"/>
              </a:lnSpc>
              <a:buNone/>
            </a:pPr>
            <a:r>
              <a:rPr lang="en-US" dirty="0"/>
              <a:t>To determine how clusters should be merged in hierarchical clustering, we use different </a:t>
            </a:r>
            <a:r>
              <a:rPr lang="en-US" b="1" dirty="0"/>
              <a:t>linkage methods</a:t>
            </a:r>
            <a:r>
              <a:rPr lang="en-US" dirty="0"/>
              <a:t> — ways to measure the distance between clusters.</a:t>
            </a:r>
          </a:p>
          <a:p>
            <a:pPr>
              <a:lnSpc>
                <a:spcPct val="150000"/>
              </a:lnSpc>
              <a:buNone/>
            </a:pPr>
            <a:r>
              <a:rPr lang="en-US" dirty="0"/>
              <a:t>Some commonly used linkage methods include:</a:t>
            </a:r>
          </a:p>
          <a:p>
            <a:pPr marL="285750" indent="-285750">
              <a:lnSpc>
                <a:spcPct val="150000"/>
              </a:lnSpc>
              <a:buFont typeface="Arial" panose="020B0604020202020204" pitchFamily="34" charset="0"/>
              <a:buChar char="•"/>
            </a:pPr>
            <a:r>
              <a:rPr lang="en-US" b="1" dirty="0"/>
              <a:t>Single Linkage</a:t>
            </a:r>
            <a:r>
              <a:rPr lang="en-US" dirty="0"/>
              <a:t> (also known as Minimum Linkage)</a:t>
            </a:r>
          </a:p>
          <a:p>
            <a:pPr marL="285750" indent="-285750">
              <a:lnSpc>
                <a:spcPct val="150000"/>
              </a:lnSpc>
              <a:buFont typeface="Arial" panose="020B0604020202020204" pitchFamily="34" charset="0"/>
              <a:buChar char="•"/>
            </a:pPr>
            <a:r>
              <a:rPr lang="en-US" b="1" dirty="0"/>
              <a:t>Complete Linkage</a:t>
            </a:r>
            <a:r>
              <a:rPr lang="en-US" dirty="0"/>
              <a:t> (or Maximum Linkage)</a:t>
            </a:r>
          </a:p>
          <a:p>
            <a:pPr marL="285750" indent="-285750">
              <a:lnSpc>
                <a:spcPct val="150000"/>
              </a:lnSpc>
              <a:buFont typeface="Arial" panose="020B0604020202020204" pitchFamily="34" charset="0"/>
              <a:buChar char="•"/>
            </a:pPr>
            <a:r>
              <a:rPr lang="en-US" b="1" dirty="0"/>
              <a:t>Average Linkage</a:t>
            </a:r>
            <a:endParaRPr lang="en-US" dirty="0"/>
          </a:p>
          <a:p>
            <a:pPr marL="285750" indent="-285750">
              <a:lnSpc>
                <a:spcPct val="150000"/>
              </a:lnSpc>
              <a:buFont typeface="Arial" panose="020B0604020202020204" pitchFamily="34" charset="0"/>
              <a:buChar char="•"/>
            </a:pPr>
            <a:r>
              <a:rPr lang="en-US" b="1" dirty="0"/>
              <a:t>Centroid Linkage</a:t>
            </a:r>
            <a:endParaRPr lang="en-US" dirty="0"/>
          </a:p>
          <a:p>
            <a:pPr marL="285750" indent="-285750">
              <a:lnSpc>
                <a:spcPct val="150000"/>
              </a:lnSpc>
              <a:buFont typeface="Arial" panose="020B0604020202020204" pitchFamily="34" charset="0"/>
              <a:buChar char="•"/>
            </a:pPr>
            <a:r>
              <a:rPr lang="en-US" b="1" dirty="0"/>
              <a:t>Ward’s Linkage</a:t>
            </a:r>
            <a:endParaRPr lang="en-US" dirty="0"/>
          </a:p>
          <a:p>
            <a:pPr>
              <a:lnSpc>
                <a:spcPct val="150000"/>
              </a:lnSpc>
            </a:pPr>
            <a:r>
              <a:rPr lang="en-US" dirty="0"/>
              <a:t>These methods influence how clusters are formed and can lead to different results depending on the dataset.</a:t>
            </a:r>
          </a:p>
          <a:p>
            <a:pPr algn="just"/>
            <a:endParaRPr lang="uk-UA" sz="2000" dirty="0"/>
          </a:p>
        </p:txBody>
      </p:sp>
    </p:spTree>
    <p:extLst>
      <p:ext uri="{BB962C8B-B14F-4D97-AF65-F5344CB8AC3E}">
        <p14:creationId xmlns:p14="http://schemas.microsoft.com/office/powerpoint/2010/main" val="2316799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C76C8-560F-A8CE-308B-7A4575E62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2648CB-AA91-2718-AB41-AB695BD59816}"/>
              </a:ext>
            </a:extLst>
          </p:cNvPr>
          <p:cNvSpPr>
            <a:spLocks noGrp="1"/>
          </p:cNvSpPr>
          <p:nvPr>
            <p:ph type="title"/>
          </p:nvPr>
        </p:nvSpPr>
        <p:spPr>
          <a:xfrm>
            <a:off x="612648" y="219456"/>
            <a:ext cx="10652760" cy="1133856"/>
          </a:xfrm>
        </p:spPr>
        <p:txBody>
          <a:bodyPr anchor="ctr">
            <a:normAutofit fontScale="90000"/>
          </a:bodyPr>
          <a:lstStyle/>
          <a:p>
            <a:r>
              <a:rPr lang="en-US" sz="4400" dirty="0"/>
              <a:t>Single Linkage (Minimum, Simple Linkage)</a:t>
            </a:r>
            <a:endParaRPr lang="uk-UA" sz="6000" dirty="0"/>
          </a:p>
        </p:txBody>
      </p:sp>
      <p:pic>
        <p:nvPicPr>
          <p:cNvPr id="10244" name="Picture 4" descr="Simple Linkage Method">
            <a:extLst>
              <a:ext uri="{FF2B5EF4-FFF2-40B4-BE49-F238E27FC236}">
                <a16:creationId xmlns:a16="http://schemas.microsoft.com/office/drawing/2014/main" id="{2413336B-6121-6968-DE1A-90BE838F5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971" y="1984595"/>
            <a:ext cx="4188437" cy="323512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DA0E77E-14D8-DA40-A7E4-6710FB34EE2D}"/>
              </a:ext>
            </a:extLst>
          </p:cNvPr>
          <p:cNvSpPr txBox="1"/>
          <p:nvPr/>
        </p:nvSpPr>
        <p:spPr>
          <a:xfrm>
            <a:off x="612648" y="4297182"/>
            <a:ext cx="6094070" cy="1200329"/>
          </a:xfrm>
          <a:prstGeom prst="rect">
            <a:avLst/>
          </a:prstGeom>
          <a:noFill/>
        </p:spPr>
        <p:txBody>
          <a:bodyPr wrap="square">
            <a:spAutoFit/>
          </a:bodyPr>
          <a:lstStyle/>
          <a:p>
            <a:pPr algn="just"/>
            <a:r>
              <a:rPr lang="en-US" sz="2400" b="1" dirty="0"/>
              <a:t>Good for:</a:t>
            </a:r>
            <a:r>
              <a:rPr lang="en-US" sz="2400" dirty="0"/>
              <a:t> Handling non-elliptical shapes. </a:t>
            </a:r>
            <a:br>
              <a:rPr lang="en-US" sz="2400" dirty="0"/>
            </a:br>
            <a:r>
              <a:rPr lang="en-US" sz="2400" dirty="0"/>
              <a:t>It is the best for capturing clusters of different sizes. Dealing with clean data.</a:t>
            </a:r>
            <a:endParaRPr lang="uk-UA" sz="2400" dirty="0"/>
          </a:p>
        </p:txBody>
      </p:sp>
      <p:sp>
        <p:nvSpPr>
          <p:cNvPr id="6" name="TextBox 5">
            <a:extLst>
              <a:ext uri="{FF2B5EF4-FFF2-40B4-BE49-F238E27FC236}">
                <a16:creationId xmlns:a16="http://schemas.microsoft.com/office/drawing/2014/main" id="{2C0E14DB-2788-171E-6C7B-3701F1CCA35C}"/>
              </a:ext>
            </a:extLst>
          </p:cNvPr>
          <p:cNvSpPr txBox="1"/>
          <p:nvPr/>
        </p:nvSpPr>
        <p:spPr>
          <a:xfrm>
            <a:off x="612648" y="1714443"/>
            <a:ext cx="6239565" cy="1200329"/>
          </a:xfrm>
          <a:prstGeom prst="rect">
            <a:avLst/>
          </a:prstGeom>
          <a:noFill/>
        </p:spPr>
        <p:txBody>
          <a:bodyPr wrap="square">
            <a:spAutoFit/>
          </a:bodyPr>
          <a:lstStyle/>
          <a:p>
            <a:pPr algn="just"/>
            <a:r>
              <a:rPr lang="en-US" sz="2400" b="1" dirty="0"/>
              <a:t>What it does:</a:t>
            </a:r>
            <a:r>
              <a:rPr lang="en-US" sz="2400" dirty="0"/>
              <a:t> Measures the shortest distance between any two points in two clusters.</a:t>
            </a:r>
            <a:endParaRPr lang="uk-UA" sz="2400" dirty="0"/>
          </a:p>
        </p:txBody>
      </p:sp>
      <p:sp>
        <p:nvSpPr>
          <p:cNvPr id="9" name="TextBox 8">
            <a:extLst>
              <a:ext uri="{FF2B5EF4-FFF2-40B4-BE49-F238E27FC236}">
                <a16:creationId xmlns:a16="http://schemas.microsoft.com/office/drawing/2014/main" id="{2C94E6AF-C329-DDC0-22EE-77C4CC5AE6D2}"/>
              </a:ext>
            </a:extLst>
          </p:cNvPr>
          <p:cNvSpPr txBox="1"/>
          <p:nvPr/>
        </p:nvSpPr>
        <p:spPr>
          <a:xfrm>
            <a:off x="612648" y="3186658"/>
            <a:ext cx="6094070" cy="830997"/>
          </a:xfrm>
          <a:prstGeom prst="rect">
            <a:avLst/>
          </a:prstGeom>
          <a:noFill/>
        </p:spPr>
        <p:txBody>
          <a:bodyPr wrap="square">
            <a:spAutoFit/>
          </a:bodyPr>
          <a:lstStyle/>
          <a:p>
            <a:pPr algn="just"/>
            <a:r>
              <a:rPr lang="en-US" sz="2400" b="1" dirty="0"/>
              <a:t>Purpose:</a:t>
            </a:r>
            <a:r>
              <a:rPr lang="en-US" sz="2400" dirty="0"/>
              <a:t> Tends to create long, chain-like clusters.</a:t>
            </a:r>
            <a:endParaRPr lang="uk-UA" sz="2400" dirty="0"/>
          </a:p>
        </p:txBody>
      </p:sp>
    </p:spTree>
    <p:extLst>
      <p:ext uri="{BB962C8B-B14F-4D97-AF65-F5344CB8AC3E}">
        <p14:creationId xmlns:p14="http://schemas.microsoft.com/office/powerpoint/2010/main" val="2799859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052CB-0634-19D5-2AA6-8BE8FA91B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04C393-8284-7566-D6F1-22DCA466AA08}"/>
              </a:ext>
            </a:extLst>
          </p:cNvPr>
          <p:cNvSpPr>
            <a:spLocks noGrp="1"/>
          </p:cNvSpPr>
          <p:nvPr>
            <p:ph type="title"/>
          </p:nvPr>
        </p:nvSpPr>
        <p:spPr>
          <a:xfrm>
            <a:off x="612648" y="219456"/>
            <a:ext cx="10652760" cy="1133856"/>
          </a:xfrm>
        </p:spPr>
        <p:txBody>
          <a:bodyPr anchor="ctr">
            <a:normAutofit/>
          </a:bodyPr>
          <a:lstStyle/>
          <a:p>
            <a:r>
              <a:rPr lang="en-US" sz="4000" dirty="0"/>
              <a:t>Complete Linkage (Maximum Linkage)</a:t>
            </a:r>
            <a:endParaRPr lang="uk-UA" sz="7200" dirty="0"/>
          </a:p>
        </p:txBody>
      </p:sp>
      <p:sp>
        <p:nvSpPr>
          <p:cNvPr id="4" name="TextBox 3">
            <a:extLst>
              <a:ext uri="{FF2B5EF4-FFF2-40B4-BE49-F238E27FC236}">
                <a16:creationId xmlns:a16="http://schemas.microsoft.com/office/drawing/2014/main" id="{B81BD7DE-2D22-75A2-2FD7-A9A79CD724B3}"/>
              </a:ext>
            </a:extLst>
          </p:cNvPr>
          <p:cNvSpPr txBox="1"/>
          <p:nvPr/>
        </p:nvSpPr>
        <p:spPr>
          <a:xfrm>
            <a:off x="612648" y="4297182"/>
            <a:ext cx="6094070" cy="830997"/>
          </a:xfrm>
          <a:prstGeom prst="rect">
            <a:avLst/>
          </a:prstGeom>
          <a:noFill/>
        </p:spPr>
        <p:txBody>
          <a:bodyPr wrap="square">
            <a:spAutoFit/>
          </a:bodyPr>
          <a:lstStyle/>
          <a:p>
            <a:pPr algn="just"/>
            <a:r>
              <a:rPr lang="en-US" sz="2400" b="1" dirty="0"/>
              <a:t>Good for:</a:t>
            </a:r>
            <a:r>
              <a:rPr lang="en-US" sz="2400" dirty="0"/>
              <a:t> Avoiding long or stretched clusters. Dealing with noise and outliers.</a:t>
            </a:r>
          </a:p>
        </p:txBody>
      </p:sp>
      <p:sp>
        <p:nvSpPr>
          <p:cNvPr id="6" name="TextBox 5">
            <a:extLst>
              <a:ext uri="{FF2B5EF4-FFF2-40B4-BE49-F238E27FC236}">
                <a16:creationId xmlns:a16="http://schemas.microsoft.com/office/drawing/2014/main" id="{E386D8C5-9BA3-A245-585A-500C00290419}"/>
              </a:ext>
            </a:extLst>
          </p:cNvPr>
          <p:cNvSpPr txBox="1"/>
          <p:nvPr/>
        </p:nvSpPr>
        <p:spPr>
          <a:xfrm>
            <a:off x="612648" y="1714443"/>
            <a:ext cx="6239565" cy="1200329"/>
          </a:xfrm>
          <a:prstGeom prst="rect">
            <a:avLst/>
          </a:prstGeom>
          <a:noFill/>
        </p:spPr>
        <p:txBody>
          <a:bodyPr wrap="square">
            <a:spAutoFit/>
          </a:bodyPr>
          <a:lstStyle/>
          <a:p>
            <a:pPr algn="just"/>
            <a:r>
              <a:rPr lang="en-US" sz="2400" b="1" dirty="0"/>
              <a:t>What it does:</a:t>
            </a:r>
            <a:r>
              <a:rPr lang="en-US" sz="2400" dirty="0"/>
              <a:t> Measures the farthest distance between any two points in two clusters.</a:t>
            </a:r>
            <a:endParaRPr lang="uk-UA" sz="2400" dirty="0"/>
          </a:p>
        </p:txBody>
      </p:sp>
      <p:sp>
        <p:nvSpPr>
          <p:cNvPr id="9" name="TextBox 8">
            <a:extLst>
              <a:ext uri="{FF2B5EF4-FFF2-40B4-BE49-F238E27FC236}">
                <a16:creationId xmlns:a16="http://schemas.microsoft.com/office/drawing/2014/main" id="{863324CB-7BC4-5E24-49C5-8FFC6DEB2935}"/>
              </a:ext>
            </a:extLst>
          </p:cNvPr>
          <p:cNvSpPr txBox="1"/>
          <p:nvPr/>
        </p:nvSpPr>
        <p:spPr>
          <a:xfrm>
            <a:off x="612648" y="3186658"/>
            <a:ext cx="6094070" cy="830997"/>
          </a:xfrm>
          <a:prstGeom prst="rect">
            <a:avLst/>
          </a:prstGeom>
          <a:noFill/>
        </p:spPr>
        <p:txBody>
          <a:bodyPr wrap="square">
            <a:spAutoFit/>
          </a:bodyPr>
          <a:lstStyle/>
          <a:p>
            <a:pPr algn="just"/>
            <a:r>
              <a:rPr lang="en-US" sz="2400" b="1" dirty="0"/>
              <a:t>Purpose:</a:t>
            </a:r>
            <a:r>
              <a:rPr lang="en-US" sz="2400" dirty="0"/>
              <a:t> Produces compact, tightly grouped clusters.</a:t>
            </a:r>
            <a:endParaRPr lang="uk-UA" sz="2400" dirty="0"/>
          </a:p>
        </p:txBody>
      </p:sp>
      <p:pic>
        <p:nvPicPr>
          <p:cNvPr id="3" name="Picture 2" descr="Complete Linkage Method">
            <a:extLst>
              <a:ext uri="{FF2B5EF4-FFF2-40B4-BE49-F238E27FC236}">
                <a16:creationId xmlns:a16="http://schemas.microsoft.com/office/drawing/2014/main" id="{9507FB8B-98E7-E71E-D99B-06FD3DD1F5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971" y="1984595"/>
            <a:ext cx="4205125" cy="3235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7227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D2152-2212-D6CF-278F-D20D2739E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23F0F-FABF-9C77-F9E7-4E4801F970B1}"/>
              </a:ext>
            </a:extLst>
          </p:cNvPr>
          <p:cNvSpPr>
            <a:spLocks noGrp="1"/>
          </p:cNvSpPr>
          <p:nvPr>
            <p:ph type="title"/>
          </p:nvPr>
        </p:nvSpPr>
        <p:spPr>
          <a:xfrm>
            <a:off x="612648" y="219456"/>
            <a:ext cx="10652760" cy="1133856"/>
          </a:xfrm>
        </p:spPr>
        <p:txBody>
          <a:bodyPr anchor="ctr">
            <a:normAutofit/>
          </a:bodyPr>
          <a:lstStyle/>
          <a:p>
            <a:r>
              <a:rPr lang="en-US" sz="4000" dirty="0"/>
              <a:t>Average Linkage</a:t>
            </a:r>
            <a:endParaRPr lang="uk-UA" sz="7200" dirty="0"/>
          </a:p>
        </p:txBody>
      </p:sp>
      <p:sp>
        <p:nvSpPr>
          <p:cNvPr id="4" name="TextBox 3">
            <a:extLst>
              <a:ext uri="{FF2B5EF4-FFF2-40B4-BE49-F238E27FC236}">
                <a16:creationId xmlns:a16="http://schemas.microsoft.com/office/drawing/2014/main" id="{C6EFD05D-3009-0D5D-3818-46E86CB00903}"/>
              </a:ext>
            </a:extLst>
          </p:cNvPr>
          <p:cNvSpPr txBox="1"/>
          <p:nvPr/>
        </p:nvSpPr>
        <p:spPr>
          <a:xfrm>
            <a:off x="612648" y="4297182"/>
            <a:ext cx="6094070" cy="830997"/>
          </a:xfrm>
          <a:prstGeom prst="rect">
            <a:avLst/>
          </a:prstGeom>
          <a:noFill/>
        </p:spPr>
        <p:txBody>
          <a:bodyPr wrap="square">
            <a:spAutoFit/>
          </a:bodyPr>
          <a:lstStyle/>
          <a:p>
            <a:pPr algn="just"/>
            <a:r>
              <a:rPr lang="en-US" sz="2400" b="1" dirty="0"/>
              <a:t>Good for:</a:t>
            </a:r>
            <a:r>
              <a:rPr lang="en-US" sz="2400" dirty="0"/>
              <a:t> Getting more stable and natural clusters.</a:t>
            </a:r>
            <a:endParaRPr lang="uk-UA" sz="2400" dirty="0"/>
          </a:p>
        </p:txBody>
      </p:sp>
      <p:sp>
        <p:nvSpPr>
          <p:cNvPr id="6" name="TextBox 5">
            <a:extLst>
              <a:ext uri="{FF2B5EF4-FFF2-40B4-BE49-F238E27FC236}">
                <a16:creationId xmlns:a16="http://schemas.microsoft.com/office/drawing/2014/main" id="{9787650C-E187-DCF9-3039-3CFE7CE894D9}"/>
              </a:ext>
            </a:extLst>
          </p:cNvPr>
          <p:cNvSpPr txBox="1"/>
          <p:nvPr/>
        </p:nvSpPr>
        <p:spPr>
          <a:xfrm>
            <a:off x="612648" y="1714443"/>
            <a:ext cx="6239565" cy="1200329"/>
          </a:xfrm>
          <a:prstGeom prst="rect">
            <a:avLst/>
          </a:prstGeom>
          <a:noFill/>
        </p:spPr>
        <p:txBody>
          <a:bodyPr wrap="square">
            <a:spAutoFit/>
          </a:bodyPr>
          <a:lstStyle/>
          <a:p>
            <a:pPr algn="just"/>
            <a:r>
              <a:rPr lang="en-US" sz="2400" b="1" dirty="0"/>
              <a:t>What it does:</a:t>
            </a:r>
            <a:r>
              <a:rPr lang="en-US" sz="2400" dirty="0"/>
              <a:t> Calculates the average distance between all pairs of points across two clusters.</a:t>
            </a:r>
            <a:endParaRPr lang="uk-UA" sz="2400" dirty="0"/>
          </a:p>
        </p:txBody>
      </p:sp>
      <p:sp>
        <p:nvSpPr>
          <p:cNvPr id="9" name="TextBox 8">
            <a:extLst>
              <a:ext uri="{FF2B5EF4-FFF2-40B4-BE49-F238E27FC236}">
                <a16:creationId xmlns:a16="http://schemas.microsoft.com/office/drawing/2014/main" id="{B5E270C8-5B8F-3F4A-C6E5-25BF2D18808F}"/>
              </a:ext>
            </a:extLst>
          </p:cNvPr>
          <p:cNvSpPr txBox="1"/>
          <p:nvPr/>
        </p:nvSpPr>
        <p:spPr>
          <a:xfrm>
            <a:off x="612648" y="3186658"/>
            <a:ext cx="6094070" cy="830997"/>
          </a:xfrm>
          <a:prstGeom prst="rect">
            <a:avLst/>
          </a:prstGeom>
          <a:noFill/>
        </p:spPr>
        <p:txBody>
          <a:bodyPr wrap="square">
            <a:spAutoFit/>
          </a:bodyPr>
          <a:lstStyle/>
          <a:p>
            <a:pPr algn="just"/>
            <a:r>
              <a:rPr lang="en-US" sz="2400" b="1" dirty="0"/>
              <a:t>Purpose:</a:t>
            </a:r>
            <a:r>
              <a:rPr lang="en-US" sz="2400" dirty="0"/>
              <a:t> Balances between single and complete linkage.</a:t>
            </a:r>
            <a:endParaRPr lang="uk-UA" sz="2400" dirty="0"/>
          </a:p>
        </p:txBody>
      </p:sp>
      <p:pic>
        <p:nvPicPr>
          <p:cNvPr id="14338" name="Picture 2" descr="Average Linkage Method">
            <a:extLst>
              <a:ext uri="{FF2B5EF4-FFF2-40B4-BE49-F238E27FC236}">
                <a16:creationId xmlns:a16="http://schemas.microsoft.com/office/drawing/2014/main" id="{0F19AE3B-3668-AF41-57C1-245D22AFC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971" y="1985949"/>
            <a:ext cx="4188437" cy="3232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918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758DA-0FDC-2D78-39AC-BAA617E640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DF41C0-8E1E-E0DE-0612-BFB70BD04F4B}"/>
              </a:ext>
            </a:extLst>
          </p:cNvPr>
          <p:cNvSpPr>
            <a:spLocks noGrp="1"/>
          </p:cNvSpPr>
          <p:nvPr>
            <p:ph type="title"/>
          </p:nvPr>
        </p:nvSpPr>
        <p:spPr>
          <a:xfrm>
            <a:off x="612648" y="219456"/>
            <a:ext cx="10652760" cy="1133856"/>
          </a:xfrm>
        </p:spPr>
        <p:txBody>
          <a:bodyPr anchor="ctr">
            <a:normAutofit/>
          </a:bodyPr>
          <a:lstStyle/>
          <a:p>
            <a:r>
              <a:rPr lang="en-US" sz="4000" dirty="0"/>
              <a:t>Centroid Linkage</a:t>
            </a:r>
            <a:endParaRPr lang="uk-UA" sz="7200" dirty="0"/>
          </a:p>
        </p:txBody>
      </p:sp>
      <p:sp>
        <p:nvSpPr>
          <p:cNvPr id="4" name="TextBox 3">
            <a:extLst>
              <a:ext uri="{FF2B5EF4-FFF2-40B4-BE49-F238E27FC236}">
                <a16:creationId xmlns:a16="http://schemas.microsoft.com/office/drawing/2014/main" id="{8202EDC2-F253-4EFC-ACBC-3453036EB25E}"/>
              </a:ext>
            </a:extLst>
          </p:cNvPr>
          <p:cNvSpPr txBox="1"/>
          <p:nvPr/>
        </p:nvSpPr>
        <p:spPr>
          <a:xfrm>
            <a:off x="612648" y="4297182"/>
            <a:ext cx="6094070" cy="1200329"/>
          </a:xfrm>
          <a:prstGeom prst="rect">
            <a:avLst/>
          </a:prstGeom>
          <a:noFill/>
        </p:spPr>
        <p:txBody>
          <a:bodyPr wrap="square">
            <a:spAutoFit/>
          </a:bodyPr>
          <a:lstStyle/>
          <a:p>
            <a:pPr algn="just"/>
            <a:r>
              <a:rPr lang="en-US" sz="2400" b="1" dirty="0"/>
              <a:t>Good for:</a:t>
            </a:r>
            <a:r>
              <a:rPr lang="en-US" sz="2400" dirty="0"/>
              <a:t> Separating clusters if there is any noise between the clusters. </a:t>
            </a:r>
            <a:br>
              <a:rPr lang="en-US" sz="2400" dirty="0"/>
            </a:br>
            <a:r>
              <a:rPr lang="en-US" sz="2400" dirty="0"/>
              <a:t>Smooth transitions between clusters.</a:t>
            </a:r>
            <a:endParaRPr lang="uk-UA" sz="2400" dirty="0"/>
          </a:p>
        </p:txBody>
      </p:sp>
      <p:sp>
        <p:nvSpPr>
          <p:cNvPr id="6" name="TextBox 5">
            <a:extLst>
              <a:ext uri="{FF2B5EF4-FFF2-40B4-BE49-F238E27FC236}">
                <a16:creationId xmlns:a16="http://schemas.microsoft.com/office/drawing/2014/main" id="{EC9EB76C-1A1C-08FE-652C-03F35D4DF2B8}"/>
              </a:ext>
            </a:extLst>
          </p:cNvPr>
          <p:cNvSpPr txBox="1"/>
          <p:nvPr/>
        </p:nvSpPr>
        <p:spPr>
          <a:xfrm>
            <a:off x="612648" y="1714443"/>
            <a:ext cx="6239565" cy="1200329"/>
          </a:xfrm>
          <a:prstGeom prst="rect">
            <a:avLst/>
          </a:prstGeom>
          <a:noFill/>
        </p:spPr>
        <p:txBody>
          <a:bodyPr wrap="square">
            <a:spAutoFit/>
          </a:bodyPr>
          <a:lstStyle/>
          <a:p>
            <a:pPr algn="just"/>
            <a:r>
              <a:rPr lang="en-US" sz="2400" b="1" dirty="0"/>
              <a:t>What it does:</a:t>
            </a:r>
            <a:r>
              <a:rPr lang="en-US" sz="2400" dirty="0"/>
              <a:t> Measures the distance between the centroids (mean points) of two clusters.</a:t>
            </a:r>
            <a:endParaRPr lang="uk-UA" sz="2400" dirty="0"/>
          </a:p>
        </p:txBody>
      </p:sp>
      <p:sp>
        <p:nvSpPr>
          <p:cNvPr id="9" name="TextBox 8">
            <a:extLst>
              <a:ext uri="{FF2B5EF4-FFF2-40B4-BE49-F238E27FC236}">
                <a16:creationId xmlns:a16="http://schemas.microsoft.com/office/drawing/2014/main" id="{FA41C410-B2A4-9E7C-7476-F29C7E6A48E6}"/>
              </a:ext>
            </a:extLst>
          </p:cNvPr>
          <p:cNvSpPr txBox="1"/>
          <p:nvPr/>
        </p:nvSpPr>
        <p:spPr>
          <a:xfrm>
            <a:off x="612648" y="3186658"/>
            <a:ext cx="6094070" cy="830997"/>
          </a:xfrm>
          <a:prstGeom prst="rect">
            <a:avLst/>
          </a:prstGeom>
          <a:noFill/>
        </p:spPr>
        <p:txBody>
          <a:bodyPr wrap="square">
            <a:spAutoFit/>
          </a:bodyPr>
          <a:lstStyle/>
          <a:p>
            <a:pPr algn="just"/>
            <a:r>
              <a:rPr lang="en-US" sz="2400" b="1" dirty="0"/>
              <a:t>Purpose:</a:t>
            </a:r>
            <a:r>
              <a:rPr lang="en-US" sz="2400" dirty="0"/>
              <a:t> Merges clusters based on the center point.</a:t>
            </a:r>
            <a:endParaRPr lang="uk-UA" sz="2400" dirty="0"/>
          </a:p>
        </p:txBody>
      </p:sp>
      <p:pic>
        <p:nvPicPr>
          <p:cNvPr id="15362" name="Picture 2" descr="Centroid Linkage Method">
            <a:extLst>
              <a:ext uri="{FF2B5EF4-FFF2-40B4-BE49-F238E27FC236}">
                <a16:creationId xmlns:a16="http://schemas.microsoft.com/office/drawing/2014/main" id="{96FE03F5-43C8-4F9D-1B11-2C6D900596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972" y="1996164"/>
            <a:ext cx="4159010" cy="3235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4733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A431F-5CA8-AEAF-A272-9BEECC0A0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9A50E-5B24-92C0-C25C-437F80CE440E}"/>
              </a:ext>
            </a:extLst>
          </p:cNvPr>
          <p:cNvSpPr>
            <a:spLocks noGrp="1"/>
          </p:cNvSpPr>
          <p:nvPr>
            <p:ph type="title"/>
          </p:nvPr>
        </p:nvSpPr>
        <p:spPr>
          <a:xfrm>
            <a:off x="612648" y="219456"/>
            <a:ext cx="10652760" cy="1133856"/>
          </a:xfrm>
        </p:spPr>
        <p:txBody>
          <a:bodyPr anchor="ctr">
            <a:normAutofit/>
          </a:bodyPr>
          <a:lstStyle/>
          <a:p>
            <a:r>
              <a:rPr lang="en-US" sz="4400" dirty="0"/>
              <a:t>Ward’s Linkage</a:t>
            </a:r>
            <a:endParaRPr lang="uk-UA" sz="6000" dirty="0"/>
          </a:p>
        </p:txBody>
      </p:sp>
      <p:sp>
        <p:nvSpPr>
          <p:cNvPr id="4" name="TextBox 3">
            <a:extLst>
              <a:ext uri="{FF2B5EF4-FFF2-40B4-BE49-F238E27FC236}">
                <a16:creationId xmlns:a16="http://schemas.microsoft.com/office/drawing/2014/main" id="{EA3FDFEB-4A98-1A76-E992-AA1901471D66}"/>
              </a:ext>
            </a:extLst>
          </p:cNvPr>
          <p:cNvSpPr txBox="1"/>
          <p:nvPr/>
        </p:nvSpPr>
        <p:spPr>
          <a:xfrm>
            <a:off x="612648" y="4297182"/>
            <a:ext cx="6094070" cy="1200329"/>
          </a:xfrm>
          <a:prstGeom prst="rect">
            <a:avLst/>
          </a:prstGeom>
          <a:noFill/>
        </p:spPr>
        <p:txBody>
          <a:bodyPr wrap="square">
            <a:spAutoFit/>
          </a:bodyPr>
          <a:lstStyle/>
          <a:p>
            <a:pPr algn="just"/>
            <a:r>
              <a:rPr lang="en-US" sz="2400" b="1" dirty="0"/>
              <a:t>Good for:</a:t>
            </a:r>
            <a:r>
              <a:rPr lang="en-US" sz="2400" dirty="0"/>
              <a:t> Generating better cluster hierarchies. Less sensitive to noise and outliers.</a:t>
            </a:r>
            <a:endParaRPr lang="uk-UA" sz="2400" dirty="0"/>
          </a:p>
        </p:txBody>
      </p:sp>
      <p:sp>
        <p:nvSpPr>
          <p:cNvPr id="6" name="TextBox 5">
            <a:extLst>
              <a:ext uri="{FF2B5EF4-FFF2-40B4-BE49-F238E27FC236}">
                <a16:creationId xmlns:a16="http://schemas.microsoft.com/office/drawing/2014/main" id="{5ECACE2C-22E3-FEF7-69B6-171BCF88373D}"/>
              </a:ext>
            </a:extLst>
          </p:cNvPr>
          <p:cNvSpPr txBox="1"/>
          <p:nvPr/>
        </p:nvSpPr>
        <p:spPr>
          <a:xfrm>
            <a:off x="612648" y="1714443"/>
            <a:ext cx="6239565" cy="1200329"/>
          </a:xfrm>
          <a:prstGeom prst="rect">
            <a:avLst/>
          </a:prstGeom>
          <a:noFill/>
        </p:spPr>
        <p:txBody>
          <a:bodyPr wrap="square">
            <a:spAutoFit/>
          </a:bodyPr>
          <a:lstStyle/>
          <a:p>
            <a:pPr algn="just"/>
            <a:r>
              <a:rPr lang="en-US" sz="2400" b="1" dirty="0"/>
              <a:t>What it does:</a:t>
            </a:r>
            <a:r>
              <a:rPr lang="en-US" sz="2400" dirty="0"/>
              <a:t> Merges clusters that result in the smallest increase in total within-cluster variance (compactness).</a:t>
            </a:r>
            <a:endParaRPr lang="uk-UA" sz="2400" dirty="0"/>
          </a:p>
        </p:txBody>
      </p:sp>
      <p:sp>
        <p:nvSpPr>
          <p:cNvPr id="9" name="TextBox 8">
            <a:extLst>
              <a:ext uri="{FF2B5EF4-FFF2-40B4-BE49-F238E27FC236}">
                <a16:creationId xmlns:a16="http://schemas.microsoft.com/office/drawing/2014/main" id="{6203E932-6EA4-4213-F9A9-5CC4790B8621}"/>
              </a:ext>
            </a:extLst>
          </p:cNvPr>
          <p:cNvSpPr txBox="1"/>
          <p:nvPr/>
        </p:nvSpPr>
        <p:spPr>
          <a:xfrm>
            <a:off x="612648" y="3186658"/>
            <a:ext cx="6094070" cy="830997"/>
          </a:xfrm>
          <a:prstGeom prst="rect">
            <a:avLst/>
          </a:prstGeom>
          <a:noFill/>
        </p:spPr>
        <p:txBody>
          <a:bodyPr wrap="square">
            <a:spAutoFit/>
          </a:bodyPr>
          <a:lstStyle/>
          <a:p>
            <a:pPr algn="just"/>
            <a:r>
              <a:rPr lang="en-US" sz="2400" b="1" dirty="0"/>
              <a:t>Purpose:</a:t>
            </a:r>
            <a:r>
              <a:rPr lang="en-US" sz="2400" dirty="0"/>
              <a:t> Minimizes how much clusters “spread out” when they are merged.</a:t>
            </a:r>
            <a:endParaRPr lang="uk-UA" sz="2400" dirty="0"/>
          </a:p>
        </p:txBody>
      </p:sp>
      <p:pic>
        <p:nvPicPr>
          <p:cNvPr id="13314" name="Picture 2" descr="Wards Linkage Method">
            <a:extLst>
              <a:ext uri="{FF2B5EF4-FFF2-40B4-BE49-F238E27FC236}">
                <a16:creationId xmlns:a16="http://schemas.microsoft.com/office/drawing/2014/main" id="{518FF386-9659-84E7-D11B-2D6FD12A3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76971" y="1973023"/>
            <a:ext cx="4182488" cy="3235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5327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1C933-836F-FC0C-6134-49024F0CA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B6C1F-53EF-DFF2-E9F7-CF910BBD400B}"/>
              </a:ext>
            </a:extLst>
          </p:cNvPr>
          <p:cNvSpPr>
            <a:spLocks noGrp="1"/>
          </p:cNvSpPr>
          <p:nvPr>
            <p:ph type="title"/>
          </p:nvPr>
        </p:nvSpPr>
        <p:spPr>
          <a:xfrm>
            <a:off x="844000" y="831919"/>
            <a:ext cx="3494314" cy="5194161"/>
          </a:xfrm>
        </p:spPr>
        <p:txBody>
          <a:bodyPr anchor="ctr">
            <a:normAutofit/>
          </a:bodyPr>
          <a:lstStyle/>
          <a:p>
            <a:pPr algn="ctr"/>
            <a:r>
              <a:rPr lang="en-US" dirty="0"/>
              <a:t>Linkage Examples</a:t>
            </a:r>
            <a:endParaRPr lang="uk-UA" dirty="0"/>
          </a:p>
        </p:txBody>
      </p:sp>
      <p:pic>
        <p:nvPicPr>
          <p:cNvPr id="1026" name="Picture 2" descr="Comparing different hierarchical linkage methods on toy datasets —  scikit-learn 1.6.1 documentation">
            <a:extLst>
              <a:ext uri="{FF2B5EF4-FFF2-40B4-BE49-F238E27FC236}">
                <a16:creationId xmlns:a16="http://schemas.microsoft.com/office/drawing/2014/main" id="{CA7C68E8-E063-D199-7FE3-9B8C7564156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71893" y="831918"/>
            <a:ext cx="4908482" cy="5194161"/>
          </a:xfrm>
          <a:prstGeom prst="rect">
            <a:avLst/>
          </a:prstGeom>
          <a:solidFill>
            <a:srgbClr val="FFFFFF"/>
          </a:solidFill>
        </p:spPr>
      </p:pic>
    </p:spTree>
    <p:extLst>
      <p:ext uri="{BB962C8B-B14F-4D97-AF65-F5344CB8AC3E}">
        <p14:creationId xmlns:p14="http://schemas.microsoft.com/office/powerpoint/2010/main" val="194655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4420F-F792-4E02-74AA-E98A6569A1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5EC87-FAC1-08EA-76D0-75FD4B2063D9}"/>
              </a:ext>
            </a:extLst>
          </p:cNvPr>
          <p:cNvSpPr>
            <a:spLocks noGrp="1"/>
          </p:cNvSpPr>
          <p:nvPr>
            <p:ph type="title"/>
          </p:nvPr>
        </p:nvSpPr>
        <p:spPr>
          <a:xfrm>
            <a:off x="612648" y="219456"/>
            <a:ext cx="10652760" cy="1133856"/>
          </a:xfrm>
        </p:spPr>
        <p:txBody>
          <a:bodyPr anchor="ctr">
            <a:normAutofit/>
          </a:bodyPr>
          <a:lstStyle/>
          <a:p>
            <a:r>
              <a:rPr lang="en-US" sz="4400" dirty="0"/>
              <a:t>Pros of Agglomerative clustering</a:t>
            </a:r>
            <a:endParaRPr lang="uk-UA" sz="4400" dirty="0"/>
          </a:p>
        </p:txBody>
      </p:sp>
      <p:sp>
        <p:nvSpPr>
          <p:cNvPr id="4" name="TextBox 3">
            <a:extLst>
              <a:ext uri="{FF2B5EF4-FFF2-40B4-BE49-F238E27FC236}">
                <a16:creationId xmlns:a16="http://schemas.microsoft.com/office/drawing/2014/main" id="{2D7DAE4E-CA7E-2C64-90DD-4ACF14CE9E93}"/>
              </a:ext>
            </a:extLst>
          </p:cNvPr>
          <p:cNvSpPr txBox="1"/>
          <p:nvPr/>
        </p:nvSpPr>
        <p:spPr>
          <a:xfrm>
            <a:off x="612648" y="1574157"/>
            <a:ext cx="10232021" cy="3970831"/>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US" dirty="0"/>
              <a:t>No need to pre-specify number of clusters</a:t>
            </a:r>
            <a:br>
              <a:rPr lang="en-US" dirty="0"/>
            </a:br>
            <a:r>
              <a:rPr lang="en-US" sz="1600" dirty="0">
                <a:solidFill>
                  <a:schemeClr val="tx1">
                    <a:lumMod val="65000"/>
                    <a:lumOff val="35000"/>
                  </a:schemeClr>
                </a:solidFill>
              </a:rPr>
              <a:t>➤ You can build the full hierarchy and decide later how many clusters you want.</a:t>
            </a:r>
          </a:p>
          <a:p>
            <a:pPr marL="285750" indent="-285750" algn="l">
              <a:lnSpc>
                <a:spcPct val="150000"/>
              </a:lnSpc>
              <a:buFont typeface="Arial" panose="020B0604020202020204" pitchFamily="34" charset="0"/>
              <a:buChar char="•"/>
            </a:pPr>
            <a:r>
              <a:rPr lang="en-US" dirty="0">
                <a:latin typeface="Arial Body"/>
              </a:rPr>
              <a:t>Works well with non-spherical</a:t>
            </a:r>
            <a:br>
              <a:rPr lang="en-US" dirty="0">
                <a:latin typeface="Arial Body"/>
              </a:rPr>
            </a:br>
            <a:r>
              <a:rPr lang="en-US" sz="1600" dirty="0">
                <a:solidFill>
                  <a:schemeClr val="tx1">
                    <a:lumMod val="65000"/>
                    <a:lumOff val="35000"/>
                  </a:schemeClr>
                </a:solidFill>
                <a:latin typeface="Arial Body"/>
              </a:rPr>
              <a:t>➤ Unlike K-Means, it doesn’t assume clusters are round or evenly sized.</a:t>
            </a:r>
          </a:p>
          <a:p>
            <a:pPr marL="285750" indent="-285750" algn="l">
              <a:lnSpc>
                <a:spcPct val="150000"/>
              </a:lnSpc>
              <a:buFont typeface="Arial" panose="020B0604020202020204" pitchFamily="34" charset="0"/>
              <a:buChar char="•"/>
            </a:pPr>
            <a:r>
              <a:rPr lang="en-US" dirty="0"/>
              <a:t>Creates a dendrogram (tree diagram)</a:t>
            </a:r>
            <a:br>
              <a:rPr lang="en-US" dirty="0"/>
            </a:br>
            <a:r>
              <a:rPr lang="en-US" sz="1600" dirty="0">
                <a:solidFill>
                  <a:schemeClr val="tx1">
                    <a:lumMod val="65000"/>
                    <a:lumOff val="35000"/>
                  </a:schemeClr>
                </a:solidFill>
              </a:rPr>
              <a:t>➤ Helps visualize the merging process and understand the data structure.</a:t>
            </a:r>
          </a:p>
          <a:p>
            <a:pPr marL="285750" indent="-285750" algn="l">
              <a:lnSpc>
                <a:spcPct val="150000"/>
              </a:lnSpc>
              <a:buFont typeface="Arial" panose="020B0604020202020204" pitchFamily="34" charset="0"/>
              <a:buChar char="•"/>
            </a:pPr>
            <a:r>
              <a:rPr lang="en-US" dirty="0"/>
              <a:t>Can handle small datasets effectively</a:t>
            </a:r>
          </a:p>
          <a:p>
            <a:pPr marL="285750" indent="-285750" algn="l">
              <a:lnSpc>
                <a:spcPct val="150000"/>
              </a:lnSpc>
              <a:buFont typeface="Arial" panose="020B0604020202020204" pitchFamily="34" charset="0"/>
              <a:buChar char="•"/>
            </a:pPr>
            <a:r>
              <a:rPr lang="en-US" dirty="0"/>
              <a:t>Flexible linkage criteria</a:t>
            </a:r>
            <a:br>
              <a:rPr lang="en-US" dirty="0"/>
            </a:br>
            <a:r>
              <a:rPr lang="en-US" sz="1600" dirty="0">
                <a:solidFill>
                  <a:schemeClr val="tx1">
                    <a:lumMod val="65000"/>
                    <a:lumOff val="35000"/>
                  </a:schemeClr>
                </a:solidFill>
              </a:rPr>
              <a:t>➤ You can choose different ways to define “closeness” between clusters (e.g., single, complete, average linkage).</a:t>
            </a:r>
            <a:endParaRPr lang="en-US" i="0" dirty="0">
              <a:solidFill>
                <a:schemeClr val="tx1">
                  <a:lumMod val="65000"/>
                  <a:lumOff val="35000"/>
                </a:schemeClr>
              </a:solidFill>
              <a:effectLst/>
              <a:latin typeface="Arial Body"/>
            </a:endParaRPr>
          </a:p>
        </p:txBody>
      </p:sp>
    </p:spTree>
    <p:extLst>
      <p:ext uri="{BB962C8B-B14F-4D97-AF65-F5344CB8AC3E}">
        <p14:creationId xmlns:p14="http://schemas.microsoft.com/office/powerpoint/2010/main" val="2484034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F5B80-8312-DA2A-E625-EDE184BDF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FAF5D5-70DD-016B-EAC7-FB3ECF13B6A1}"/>
              </a:ext>
            </a:extLst>
          </p:cNvPr>
          <p:cNvSpPr>
            <a:spLocks noGrp="1"/>
          </p:cNvSpPr>
          <p:nvPr>
            <p:ph type="title"/>
          </p:nvPr>
        </p:nvSpPr>
        <p:spPr>
          <a:xfrm>
            <a:off x="612648" y="219456"/>
            <a:ext cx="10652760" cy="1133856"/>
          </a:xfrm>
        </p:spPr>
        <p:txBody>
          <a:bodyPr anchor="ctr">
            <a:normAutofit/>
          </a:bodyPr>
          <a:lstStyle/>
          <a:p>
            <a:r>
              <a:rPr lang="en-US" sz="4400" dirty="0"/>
              <a:t>Cons of Agglomerative clustering</a:t>
            </a:r>
            <a:endParaRPr lang="uk-UA" sz="4400" dirty="0"/>
          </a:p>
        </p:txBody>
      </p:sp>
      <p:sp>
        <p:nvSpPr>
          <p:cNvPr id="4" name="TextBox 3">
            <a:extLst>
              <a:ext uri="{FF2B5EF4-FFF2-40B4-BE49-F238E27FC236}">
                <a16:creationId xmlns:a16="http://schemas.microsoft.com/office/drawing/2014/main" id="{EE1ADFB7-9E83-FB40-11E1-AE1FE80A30F0}"/>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5" name="Rectangle 2">
            <a:extLst>
              <a:ext uri="{FF2B5EF4-FFF2-40B4-BE49-F238E27FC236}">
                <a16:creationId xmlns:a16="http://schemas.microsoft.com/office/drawing/2014/main" id="{8051FFD1-1446-FB57-2429-3D0911A5C0EB}"/>
              </a:ext>
            </a:extLst>
          </p:cNvPr>
          <p:cNvSpPr>
            <a:spLocks noChangeArrowheads="1"/>
          </p:cNvSpPr>
          <p:nvPr/>
        </p:nvSpPr>
        <p:spPr bwMode="auto">
          <a:xfrm>
            <a:off x="612648" y="1858321"/>
            <a:ext cx="7620997" cy="318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Hard to undo wrong merges</a:t>
            </a:r>
            <a:br>
              <a:rPr kumimoji="0" lang="uk-UA" altLang="uk-UA" sz="18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lumMod val="65000"/>
                    <a:lumOff val="35000"/>
                  </a:schemeClr>
                </a:solidFill>
                <a:effectLst/>
                <a:latin typeface="Arial Body"/>
              </a:rPr>
              <a:t>➤ Once two clusters are merged, they stay merged — mistakes can’t be fixed.</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Sensitive to noise and outliers</a:t>
            </a:r>
            <a:br>
              <a:rPr kumimoji="0" lang="uk-UA" altLang="uk-UA" sz="18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lumMod val="65000"/>
                    <a:lumOff val="35000"/>
                  </a:schemeClr>
                </a:solidFill>
                <a:effectLst/>
                <a:latin typeface="Arial Body"/>
              </a:rPr>
              <a:t>➤ Outliers can affect the clustering structure.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Scales poorly with large datasets</a:t>
            </a:r>
            <a:br>
              <a:rPr kumimoji="0" lang="uk-UA" altLang="uk-UA" sz="18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lumMod val="65000"/>
                    <a:lumOff val="35000"/>
                  </a:schemeClr>
                </a:solidFill>
                <a:effectLst/>
                <a:latin typeface="Arial Body"/>
              </a:rPr>
              <a:t>➤ It’s computationally expensive — slow with lots of points.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Less efficient than K-Means</a:t>
            </a:r>
            <a:br>
              <a:rPr kumimoji="0" lang="uk-UA" altLang="uk-UA" sz="18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lumMod val="65000"/>
                    <a:lumOff val="35000"/>
                  </a:schemeClr>
                </a:solidFill>
                <a:effectLst/>
                <a:latin typeface="Arial Body"/>
              </a:rPr>
              <a:t>➤ Especially when dealing with high-dimensional data.</a:t>
            </a:r>
            <a:endParaRPr kumimoji="0" lang="uk-UA" altLang="uk-UA" sz="1800" b="0" i="0" u="none" strike="noStrike" cap="none" normalizeH="0" baseline="0" dirty="0">
              <a:ln>
                <a:noFill/>
              </a:ln>
              <a:solidFill>
                <a:schemeClr val="tx1">
                  <a:lumMod val="65000"/>
                  <a:lumOff val="35000"/>
                </a:schemeClr>
              </a:solidFill>
              <a:effectLst/>
              <a:latin typeface="Arial Body"/>
            </a:endParaRPr>
          </a:p>
        </p:txBody>
      </p:sp>
    </p:spTree>
    <p:extLst>
      <p:ext uri="{BB962C8B-B14F-4D97-AF65-F5344CB8AC3E}">
        <p14:creationId xmlns:p14="http://schemas.microsoft.com/office/powerpoint/2010/main" val="19615357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F9847-17D2-E4E5-933F-7F8D61556E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DF7918-9BE5-65B5-01E3-4EE856C23A95}"/>
              </a:ext>
            </a:extLst>
          </p:cNvPr>
          <p:cNvSpPr>
            <a:spLocks noGrp="1"/>
          </p:cNvSpPr>
          <p:nvPr>
            <p:ph type="title"/>
          </p:nvPr>
        </p:nvSpPr>
        <p:spPr>
          <a:xfrm>
            <a:off x="657226" y="436418"/>
            <a:ext cx="6357032" cy="4512397"/>
          </a:xfrm>
        </p:spPr>
        <p:txBody>
          <a:bodyPr/>
          <a:lstStyle/>
          <a:p>
            <a:r>
              <a:rPr lang="en-US" dirty="0"/>
              <a:t>DBSCAN</a:t>
            </a:r>
          </a:p>
        </p:txBody>
      </p:sp>
      <p:sp>
        <p:nvSpPr>
          <p:cNvPr id="3" name="Text Placeholder 2">
            <a:extLst>
              <a:ext uri="{FF2B5EF4-FFF2-40B4-BE49-F238E27FC236}">
                <a16:creationId xmlns:a16="http://schemas.microsoft.com/office/drawing/2014/main" id="{81EFB4C7-9E8C-CE97-D283-569EF68CDEC6}"/>
              </a:ext>
            </a:extLst>
          </p:cNvPr>
          <p:cNvSpPr>
            <a:spLocks noGrp="1"/>
          </p:cNvSpPr>
          <p:nvPr>
            <p:ph type="body" sz="quarter" idx="17"/>
          </p:nvPr>
        </p:nvSpPr>
        <p:spPr>
          <a:xfrm>
            <a:off x="657225" y="5152864"/>
            <a:ext cx="6796871" cy="1268718"/>
          </a:xfrm>
        </p:spPr>
        <p:txBody>
          <a:bodyPr/>
          <a:lstStyle/>
          <a:p>
            <a:r>
              <a:rPr lang="en-US" sz="2400" dirty="0"/>
              <a:t>(DBSCAN = Density-Based Spatial Clustering of Applications with Noise)</a:t>
            </a:r>
            <a:endParaRPr lang="en-US" altLang="zh-CN" sz="1800" dirty="0"/>
          </a:p>
        </p:txBody>
      </p:sp>
      <p:pic>
        <p:nvPicPr>
          <p:cNvPr id="7" name="Picture Placeholder 6" descr="A person looking at a magnifying glass&#10;&#10;AI-generated content may be incorrect.">
            <a:extLst>
              <a:ext uri="{FF2B5EF4-FFF2-40B4-BE49-F238E27FC236}">
                <a16:creationId xmlns:a16="http://schemas.microsoft.com/office/drawing/2014/main" id="{914EDD59-7EEF-764D-EA3E-6952FA84F09C}"/>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l="-8184" t="-34671" b="-25119"/>
          <a:stretch/>
        </p:blipFill>
        <p:spPr>
          <a:xfrm>
            <a:off x="6883862" y="669510"/>
            <a:ext cx="3902491" cy="3902491"/>
          </a:xfrm>
        </p:spPr>
      </p:pic>
      <p:pic>
        <p:nvPicPr>
          <p:cNvPr id="12" name="Picture Placeholder 11" descr="A group of colorful circles with black text&#10;&#10;AI-generated content may be incorrect.">
            <a:extLst>
              <a:ext uri="{FF2B5EF4-FFF2-40B4-BE49-F238E27FC236}">
                <a16:creationId xmlns:a16="http://schemas.microsoft.com/office/drawing/2014/main" id="{2F8868A9-681E-2DAF-3D86-8784230488C8}"/>
              </a:ext>
            </a:extLst>
          </p:cNvPr>
          <p:cNvPicPr>
            <a:picLocks noGrp="1" noChangeAspect="1"/>
          </p:cNvPicPr>
          <p:nvPr>
            <p:ph type="pic" sz="quarter" idx="19"/>
          </p:nvPr>
        </p:nvPicPr>
        <p:blipFill>
          <a:blip r:embed="rId3"/>
          <a:srcRect l="-14598" t="-17277" r="11961" b="-9283"/>
          <a:stretch/>
        </p:blipFill>
        <p:spPr>
          <a:xfrm>
            <a:off x="9052312" y="2833425"/>
            <a:ext cx="3139688" cy="3872174"/>
          </a:xfrm>
        </p:spPr>
      </p:pic>
    </p:spTree>
    <p:extLst>
      <p:ext uri="{BB962C8B-B14F-4D97-AF65-F5344CB8AC3E}">
        <p14:creationId xmlns:p14="http://schemas.microsoft.com/office/powerpoint/2010/main" val="442404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DD70C-748F-8B6A-CE98-47AB7BE403BB}"/>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1A90AD1A-7F04-48BE-E4E2-8A947EAAF723}"/>
              </a:ext>
            </a:extLst>
          </p:cNvPr>
          <p:cNvSpPr>
            <a:spLocks noGrp="1"/>
          </p:cNvSpPr>
          <p:nvPr>
            <p:ph sz="quarter" idx="13"/>
          </p:nvPr>
        </p:nvSpPr>
        <p:spPr>
          <a:xfrm>
            <a:off x="412315" y="0"/>
            <a:ext cx="11367369" cy="1157469"/>
          </a:xfrm>
        </p:spPr>
        <p:txBody>
          <a:bodyPr anchor="ctr"/>
          <a:lstStyle/>
          <a:p>
            <a:r>
              <a:rPr lang="en-US" sz="4400" b="0" dirty="0">
                <a:latin typeface="+mj-lt"/>
              </a:rPr>
              <a:t>How does DBSCAN work</a:t>
            </a:r>
          </a:p>
        </p:txBody>
      </p:sp>
      <p:sp>
        <p:nvSpPr>
          <p:cNvPr id="2" name="Rectangle 1">
            <a:extLst>
              <a:ext uri="{FF2B5EF4-FFF2-40B4-BE49-F238E27FC236}">
                <a16:creationId xmlns:a16="http://schemas.microsoft.com/office/drawing/2014/main" id="{D392196D-78DB-0622-A7F6-D8B5F6F06D6C}"/>
              </a:ext>
            </a:extLst>
          </p:cNvPr>
          <p:cNvSpPr>
            <a:spLocks noChangeArrowheads="1"/>
          </p:cNvSpPr>
          <p:nvPr/>
        </p:nvSpPr>
        <p:spPr bwMode="auto">
          <a:xfrm>
            <a:off x="412315" y="1146355"/>
            <a:ext cx="10988748" cy="4565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Pick a point</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Start with a random point in the dataset.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Decide if it's a core point</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If it has </a:t>
            </a:r>
            <a:r>
              <a:rPr kumimoji="0" lang="uk-UA" altLang="uk-UA" sz="1600" b="1" i="0" u="none" strike="noStrike" cap="none" normalizeH="0" baseline="0" dirty="0">
                <a:ln>
                  <a:noFill/>
                </a:ln>
                <a:solidFill>
                  <a:schemeClr val="tx1"/>
                </a:solidFill>
                <a:effectLst/>
                <a:latin typeface="Arial Body"/>
              </a:rPr>
              <a:t>enough neighbors</a:t>
            </a:r>
            <a:r>
              <a:rPr kumimoji="0" lang="uk-UA" altLang="uk-UA" sz="1600" b="0" i="0" u="none" strike="noStrike" cap="none" normalizeH="0" baseline="0" dirty="0">
                <a:ln>
                  <a:noFill/>
                </a:ln>
                <a:solidFill>
                  <a:schemeClr val="tx1"/>
                </a:solidFill>
                <a:effectLst/>
                <a:latin typeface="Arial Body"/>
              </a:rPr>
              <a:t> (at least </a:t>
            </a:r>
            <a:r>
              <a:rPr kumimoji="0" lang="en-US" altLang="uk-UA" sz="1600" b="1" i="0" u="none" strike="noStrike" cap="none" normalizeH="0" baseline="0" dirty="0" err="1">
                <a:ln>
                  <a:noFill/>
                </a:ln>
                <a:solidFill>
                  <a:schemeClr val="tx1"/>
                </a:solidFill>
                <a:effectLst/>
                <a:latin typeface="Arial Body"/>
              </a:rPr>
              <a:t>min</a:t>
            </a:r>
            <a:r>
              <a:rPr lang="en-US" altLang="uk-UA" sz="1600" b="1" dirty="0" err="1">
                <a:latin typeface="Arial Body"/>
              </a:rPr>
              <a:t>_</a:t>
            </a:r>
            <a:r>
              <a:rPr kumimoji="0" lang="en-US" altLang="uk-UA" sz="1600" b="1" i="0" u="none" strike="noStrike" cap="none" normalizeH="0" baseline="0" dirty="0" err="1">
                <a:ln>
                  <a:noFill/>
                </a:ln>
                <a:solidFill>
                  <a:schemeClr val="tx1"/>
                </a:solidFill>
                <a:effectLst/>
                <a:latin typeface="Arial Body"/>
              </a:rPr>
              <a:t>samples</a:t>
            </a:r>
            <a:r>
              <a:rPr kumimoji="0" lang="uk-UA" altLang="uk-UA" sz="1600" b="0" i="0" u="none" strike="noStrike" cap="none" normalizeH="0" baseline="0" dirty="0">
                <a:ln>
                  <a:noFill/>
                </a:ln>
                <a:solidFill>
                  <a:schemeClr val="tx1"/>
                </a:solidFill>
                <a:effectLst/>
                <a:latin typeface="Arial Body"/>
              </a:rPr>
              <a:t>), it's a </a:t>
            </a:r>
            <a:r>
              <a:rPr kumimoji="0" lang="uk-UA" altLang="uk-UA" sz="1600" b="1" i="0" u="none" strike="noStrike" cap="none" normalizeH="0" baseline="0" dirty="0">
                <a:ln>
                  <a:noFill/>
                </a:ln>
                <a:solidFill>
                  <a:schemeClr val="tx1"/>
                </a:solidFill>
                <a:effectLst/>
                <a:latin typeface="Arial Body"/>
              </a:rPr>
              <a:t>core point</a:t>
            </a:r>
            <a:r>
              <a:rPr kumimoji="0" lang="uk-UA" altLang="uk-UA" sz="1600" b="0" i="0" u="none" strike="noStrike" cap="none" normalizeH="0" baseline="0" dirty="0">
                <a:ln>
                  <a:noFill/>
                </a:ln>
                <a:solidFill>
                  <a:schemeClr val="tx1"/>
                </a:solidFill>
                <a:effectLst/>
                <a:latin typeface="Arial Body"/>
              </a:rPr>
              <a:t> — start a new cluster.</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Expand the cluster</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Add all directly reachable points to the cluster. If they’re also core points, keep expanding from them.</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Check its neighborhood</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Find all points within a certain distance (called </a:t>
            </a:r>
            <a:r>
              <a:rPr kumimoji="0" lang="uk-UA" altLang="uk-UA" sz="1600" b="1" i="0" u="none" strike="noStrike" cap="none" normalizeH="0" baseline="0" dirty="0">
                <a:ln>
                  <a:noFill/>
                </a:ln>
                <a:solidFill>
                  <a:schemeClr val="tx1"/>
                </a:solidFill>
                <a:effectLst/>
                <a:latin typeface="Arial Body"/>
              </a:rPr>
              <a:t>ε — epsilon</a:t>
            </a:r>
            <a:r>
              <a:rPr kumimoji="0" lang="uk-UA" altLang="uk-UA" sz="1600" b="0" i="0" u="none" strike="noStrike" cap="none" normalizeH="0" baseline="0" dirty="0">
                <a:ln>
                  <a:noFill/>
                </a:ln>
                <a:solidFill>
                  <a:schemeClr val="tx1"/>
                </a:solidFill>
                <a:effectLst/>
                <a:latin typeface="Arial Body"/>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Repeat for remaining points</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Go through unvisited points and repeat the process.</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uk-UA" altLang="uk-UA" sz="1600" b="1" i="0" u="none" strike="noStrike" cap="none" normalizeH="0" baseline="0" dirty="0">
                <a:ln>
                  <a:noFill/>
                </a:ln>
                <a:solidFill>
                  <a:schemeClr val="tx1"/>
                </a:solidFill>
                <a:effectLst/>
                <a:latin typeface="Arial Body"/>
              </a:rPr>
              <a:t>Label the rest as noise</a:t>
            </a:r>
            <a:br>
              <a:rPr kumimoji="0" lang="uk-UA" altLang="uk-UA" sz="1600" b="0" i="0" u="none" strike="noStrike" cap="none" normalizeH="0" baseline="0" dirty="0">
                <a:ln>
                  <a:noFill/>
                </a:ln>
                <a:solidFill>
                  <a:schemeClr val="tx1"/>
                </a:solidFill>
                <a:effectLst/>
                <a:latin typeface="Arial Body"/>
              </a:rPr>
            </a:br>
            <a:r>
              <a:rPr kumimoji="0" lang="uk-UA" altLang="uk-UA" sz="1600" b="0" i="0" u="none" strike="noStrike" cap="none" normalizeH="0" baseline="0" dirty="0">
                <a:ln>
                  <a:noFill/>
                </a:ln>
                <a:solidFill>
                  <a:schemeClr val="tx1"/>
                </a:solidFill>
                <a:effectLst/>
                <a:latin typeface="Arial Body"/>
              </a:rPr>
              <a:t>➤ Points that don’t meet the neighborhood rule are marked as </a:t>
            </a:r>
            <a:r>
              <a:rPr kumimoji="0" lang="uk-UA" altLang="uk-UA" sz="1600" b="1" i="0" u="none" strike="noStrike" cap="none" normalizeH="0" baseline="0" dirty="0">
                <a:ln>
                  <a:noFill/>
                </a:ln>
                <a:solidFill>
                  <a:schemeClr val="tx1"/>
                </a:solidFill>
                <a:effectLst/>
                <a:latin typeface="Arial Body"/>
              </a:rPr>
              <a:t>noise or outliers</a:t>
            </a:r>
            <a:r>
              <a:rPr kumimoji="0" lang="uk-UA" altLang="uk-UA" sz="1600" b="0" i="0" u="none" strike="noStrike" cap="none" normalizeH="0" baseline="0" dirty="0">
                <a:ln>
                  <a:noFill/>
                </a:ln>
                <a:solidFill>
                  <a:schemeClr val="tx1"/>
                </a:solidFill>
                <a:effectLst/>
                <a:latin typeface="Arial Body"/>
              </a:rPr>
              <a:t>.</a:t>
            </a:r>
          </a:p>
        </p:txBody>
      </p:sp>
    </p:spTree>
    <p:extLst>
      <p:ext uri="{BB962C8B-B14F-4D97-AF65-F5344CB8AC3E}">
        <p14:creationId xmlns:p14="http://schemas.microsoft.com/office/powerpoint/2010/main" val="1801570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B5D97-CE63-CBCC-1DDE-D9B79A68C86B}"/>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2FDF7BA1-3AFB-1594-0AEE-05FCC74A5D18}"/>
              </a:ext>
            </a:extLst>
          </p:cNvPr>
          <p:cNvSpPr>
            <a:spLocks noGrp="1"/>
          </p:cNvSpPr>
          <p:nvPr>
            <p:ph sz="quarter" idx="13"/>
          </p:nvPr>
        </p:nvSpPr>
        <p:spPr>
          <a:xfrm>
            <a:off x="412315" y="0"/>
            <a:ext cx="11367369" cy="1157469"/>
          </a:xfrm>
        </p:spPr>
        <p:txBody>
          <a:bodyPr anchor="ctr"/>
          <a:lstStyle/>
          <a:p>
            <a:r>
              <a:rPr lang="en-US" sz="4400" b="0" dirty="0">
                <a:latin typeface="+mj-lt"/>
              </a:rPr>
              <a:t>An illustration of the DBSCAN</a:t>
            </a:r>
          </a:p>
        </p:txBody>
      </p:sp>
      <p:sp>
        <p:nvSpPr>
          <p:cNvPr id="7" name="Text Placeholder 2">
            <a:extLst>
              <a:ext uri="{FF2B5EF4-FFF2-40B4-BE49-F238E27FC236}">
                <a16:creationId xmlns:a16="http://schemas.microsoft.com/office/drawing/2014/main" id="{A8E4DBC9-6190-1970-4345-3AD616090E13}"/>
              </a:ext>
            </a:extLst>
          </p:cNvPr>
          <p:cNvSpPr txBox="1">
            <a:spLocks/>
          </p:cNvSpPr>
          <p:nvPr/>
        </p:nvSpPr>
        <p:spPr>
          <a:xfrm>
            <a:off x="412315" y="2814846"/>
            <a:ext cx="4877315" cy="1641407"/>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Arial" panose="020B0604020202020204" pitchFamily="34" charset="0"/>
              <a:buNone/>
              <a:defRPr sz="5000" b="1" kern="1200">
                <a:solidFill>
                  <a:schemeClr val="tx1"/>
                </a:solidFill>
                <a:latin typeface="+mn-lt"/>
                <a:ea typeface="+mn-ea"/>
                <a:cs typeface="+mn-cs"/>
              </a:defRPr>
            </a:lvl1pPr>
            <a:lvl2pPr marL="228600" indent="0" algn="l" defTabSz="914400" rtl="0" eaLnBrk="1" latinLnBrk="0" hangingPunct="1">
              <a:lnSpc>
                <a:spcPct val="100000"/>
              </a:lnSpc>
              <a:spcBef>
                <a:spcPts val="500"/>
              </a:spcBef>
              <a:buFont typeface="Arial" panose="020B0604020202020204" pitchFamily="34" charset="0"/>
              <a:buNone/>
              <a:defRPr sz="4400" b="1" kern="1200">
                <a:solidFill>
                  <a:schemeClr val="tx1"/>
                </a:solidFill>
                <a:latin typeface="+mn-lt"/>
                <a:ea typeface="+mn-ea"/>
                <a:cs typeface="+mn-cs"/>
              </a:defRPr>
            </a:lvl2pPr>
            <a:lvl3pPr marL="457200" indent="0" algn="l" defTabSz="914400" rtl="0" eaLnBrk="1" latinLnBrk="0" hangingPunct="1">
              <a:lnSpc>
                <a:spcPct val="100000"/>
              </a:lnSpc>
              <a:spcBef>
                <a:spcPts val="500"/>
              </a:spcBef>
              <a:buFont typeface="Arial" panose="020B0604020202020204" pitchFamily="34" charset="0"/>
              <a:buNone/>
              <a:defRPr sz="4000" b="1" kern="1200">
                <a:solidFill>
                  <a:schemeClr val="tx1"/>
                </a:solidFill>
                <a:latin typeface="+mn-lt"/>
                <a:ea typeface="+mn-ea"/>
                <a:cs typeface="+mn-cs"/>
              </a:defRPr>
            </a:lvl3pPr>
            <a:lvl4pPr marL="685800" indent="0" algn="l" defTabSz="914400" rtl="0" eaLnBrk="1" latinLnBrk="0" hangingPunct="1">
              <a:lnSpc>
                <a:spcPct val="100000"/>
              </a:lnSpc>
              <a:spcBef>
                <a:spcPts val="500"/>
              </a:spcBef>
              <a:buFont typeface="Arial" panose="020B0604020202020204" pitchFamily="34" charset="0"/>
              <a:buNone/>
              <a:defRPr sz="3600" b="1" kern="1200">
                <a:solidFill>
                  <a:schemeClr val="tx1"/>
                </a:solidFill>
                <a:latin typeface="+mn-lt"/>
                <a:ea typeface="+mn-ea"/>
                <a:cs typeface="+mn-cs"/>
              </a:defRPr>
            </a:lvl4pPr>
            <a:lvl5pPr marL="914400" indent="0" algn="l" defTabSz="914400" rtl="0" eaLnBrk="1" latinLnBrk="0" hangingPunct="1">
              <a:lnSpc>
                <a:spcPct val="100000"/>
              </a:lnSpc>
              <a:spcBef>
                <a:spcPts val="500"/>
              </a:spcBef>
              <a:buFont typeface="Arial" panose="020B0604020202020204" pitchFamily="34" charset="0"/>
              <a:buNone/>
              <a:defRPr sz="32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latin typeface="Arial Body"/>
              </a:rPr>
              <a:t>Given:</a:t>
            </a:r>
          </a:p>
          <a:p>
            <a:pPr marL="342900" indent="-342900">
              <a:buFontTx/>
              <a:buChar char="-"/>
            </a:pPr>
            <a:r>
              <a:rPr lang="en-US" altLang="zh-CN" sz="2400" b="0" dirty="0">
                <a:latin typeface="Arial Body"/>
              </a:rPr>
              <a:t>a set of points for clustering</a:t>
            </a:r>
          </a:p>
          <a:p>
            <a:pPr marL="342900" indent="-342900">
              <a:buFontTx/>
              <a:buChar char="-"/>
            </a:pPr>
            <a:r>
              <a:rPr lang="en-US" altLang="zh-CN" sz="2400" b="0" dirty="0" err="1">
                <a:latin typeface="Arial Body"/>
              </a:rPr>
              <a:t>min_samples</a:t>
            </a:r>
            <a:endParaRPr lang="en-US" altLang="zh-CN" sz="2400" b="0" dirty="0">
              <a:latin typeface="Arial Body"/>
            </a:endParaRPr>
          </a:p>
          <a:p>
            <a:pPr marL="342900" indent="-342900">
              <a:buFontTx/>
              <a:buChar char="-"/>
            </a:pPr>
            <a:r>
              <a:rPr lang="en-US" altLang="zh-CN" sz="2400" b="0" dirty="0">
                <a:latin typeface="Arial Body"/>
              </a:rPr>
              <a:t>eps</a:t>
            </a:r>
          </a:p>
        </p:txBody>
      </p:sp>
      <p:pic>
        <p:nvPicPr>
          <p:cNvPr id="8" name="Picture 7">
            <a:extLst>
              <a:ext uri="{FF2B5EF4-FFF2-40B4-BE49-F238E27FC236}">
                <a16:creationId xmlns:a16="http://schemas.microsoft.com/office/drawing/2014/main" id="{0AAC760F-D2C9-2707-671C-21DCA6661DEA}"/>
              </a:ext>
            </a:extLst>
          </p:cNvPr>
          <p:cNvPicPr>
            <a:picLocks noChangeAspect="1"/>
          </p:cNvPicPr>
          <p:nvPr/>
        </p:nvPicPr>
        <p:blipFill>
          <a:blip r:embed="rId2"/>
          <a:stretch>
            <a:fillRect/>
          </a:stretch>
        </p:blipFill>
        <p:spPr>
          <a:xfrm>
            <a:off x="5324302" y="1471499"/>
            <a:ext cx="46352" cy="4845085"/>
          </a:xfrm>
          <a:prstGeom prst="rect">
            <a:avLst/>
          </a:prstGeom>
        </p:spPr>
      </p:pic>
      <p:pic>
        <p:nvPicPr>
          <p:cNvPr id="20482" name="Picture 2" descr="Density-Based Spatial Clustering of Applications with Noise (DBSCAN)">
            <a:extLst>
              <a:ext uri="{FF2B5EF4-FFF2-40B4-BE49-F238E27FC236}">
                <a16:creationId xmlns:a16="http://schemas.microsoft.com/office/drawing/2014/main" id="{3923BC8E-B863-868E-076E-B2CF9D135F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1749831"/>
            <a:ext cx="4396623" cy="4288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262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0198D-901C-3231-5219-A781139F02C6}"/>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9C8205C0-F178-F896-A5DD-12319C663787}"/>
              </a:ext>
            </a:extLst>
          </p:cNvPr>
          <p:cNvSpPr>
            <a:spLocks noGrp="1"/>
          </p:cNvSpPr>
          <p:nvPr>
            <p:ph sz="quarter" idx="13"/>
          </p:nvPr>
        </p:nvSpPr>
        <p:spPr>
          <a:xfrm>
            <a:off x="412315" y="0"/>
            <a:ext cx="11367369" cy="1157469"/>
          </a:xfrm>
        </p:spPr>
        <p:txBody>
          <a:bodyPr anchor="ctr"/>
          <a:lstStyle/>
          <a:p>
            <a:r>
              <a:rPr lang="en-US" sz="4400" b="0" dirty="0">
                <a:latin typeface="+mj-lt"/>
              </a:rPr>
              <a:t>What does “eps” parameter mean</a:t>
            </a:r>
          </a:p>
        </p:txBody>
      </p:sp>
      <p:sp>
        <p:nvSpPr>
          <p:cNvPr id="4" name="Rectangle 3">
            <a:extLst>
              <a:ext uri="{FF2B5EF4-FFF2-40B4-BE49-F238E27FC236}">
                <a16:creationId xmlns:a16="http://schemas.microsoft.com/office/drawing/2014/main" id="{DCA6BEF9-2B4D-65F6-F79A-B828D759AB29}"/>
              </a:ext>
            </a:extLst>
          </p:cNvPr>
          <p:cNvSpPr>
            <a:spLocks noChangeArrowheads="1"/>
          </p:cNvSpPr>
          <p:nvPr/>
        </p:nvSpPr>
        <p:spPr bwMode="auto">
          <a:xfrm>
            <a:off x="412315" y="1157469"/>
            <a:ext cx="10988748"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b="0" i="0" kern="1200" baseline="0" dirty="0">
                <a:ln>
                  <a:noFill/>
                </a:ln>
                <a:solidFill>
                  <a:srgbClr val="000000"/>
                </a:solidFill>
                <a:effectLst/>
                <a:latin typeface="Arial Body"/>
              </a:rPr>
              <a:t>Meaning of </a:t>
            </a:r>
            <a:r>
              <a:rPr lang="uk-UA" b="1" i="0" kern="1200" baseline="0" dirty="0">
                <a:ln>
                  <a:noFill/>
                </a:ln>
                <a:solidFill>
                  <a:srgbClr val="000000"/>
                </a:solidFill>
                <a:effectLst/>
                <a:latin typeface="Arial Body"/>
              </a:rPr>
              <a:t>eps</a:t>
            </a:r>
            <a:r>
              <a:rPr lang="uk-UA" b="0" i="0" kern="1200" baseline="0" dirty="0">
                <a:ln>
                  <a:noFill/>
                </a:ln>
                <a:solidFill>
                  <a:srgbClr val="000000"/>
                </a:solidFill>
                <a:effectLst/>
                <a:latin typeface="Arial Body"/>
              </a:rPr>
              <a:t> (epsilon) – Neighborhood Radius </a:t>
            </a:r>
            <a:endParaRPr lang="uk-UA" dirty="0">
              <a:effectLst/>
              <a:latin typeface="Arial Body"/>
            </a:endParaRPr>
          </a:p>
        </p:txBody>
      </p:sp>
      <p:sp>
        <p:nvSpPr>
          <p:cNvPr id="6" name="TextBox 5">
            <a:extLst>
              <a:ext uri="{FF2B5EF4-FFF2-40B4-BE49-F238E27FC236}">
                <a16:creationId xmlns:a16="http://schemas.microsoft.com/office/drawing/2014/main" id="{5647C53E-0AED-E8AA-F0FD-09D89CFC21A8}"/>
              </a:ext>
            </a:extLst>
          </p:cNvPr>
          <p:cNvSpPr txBox="1"/>
          <p:nvPr/>
        </p:nvSpPr>
        <p:spPr>
          <a:xfrm>
            <a:off x="412314" y="1853273"/>
            <a:ext cx="10456314" cy="3370666"/>
          </a:xfrm>
          <a:prstGeom prst="rect">
            <a:avLst/>
          </a:prstGeom>
          <a:noFill/>
        </p:spPr>
        <p:txBody>
          <a:bodyPr wrap="square">
            <a:spAutoFit/>
          </a:bodyPr>
          <a:lstStyle/>
          <a:p>
            <a:pPr algn="just">
              <a:lnSpc>
                <a:spcPct val="150000"/>
              </a:lnSpc>
            </a:pPr>
            <a:r>
              <a:rPr lang="en-US" sz="1600" b="1" dirty="0"/>
              <a:t>eps</a:t>
            </a:r>
            <a:r>
              <a:rPr lang="en-US" sz="1600" dirty="0"/>
              <a:t> defines the maximum distance between two points for them to be considered as neighbors.</a:t>
            </a:r>
          </a:p>
          <a:p>
            <a:pPr algn="just">
              <a:lnSpc>
                <a:spcPct val="150000"/>
              </a:lnSpc>
            </a:pPr>
            <a:r>
              <a:rPr lang="en-US" sz="1600" dirty="0"/>
              <a:t>Think of it as a </a:t>
            </a:r>
            <a:r>
              <a:rPr lang="en-US" sz="1600" b="1" dirty="0"/>
              <a:t>radius</a:t>
            </a:r>
            <a:r>
              <a:rPr lang="en-US" sz="1600" dirty="0"/>
              <a:t> you draw around each point. Any other points that fall </a:t>
            </a:r>
            <a:r>
              <a:rPr lang="en-US" sz="1600" b="1" dirty="0"/>
              <a:t>within this radius</a:t>
            </a:r>
            <a:r>
              <a:rPr lang="en-US" sz="1600" dirty="0"/>
              <a:t> are considered "close enough" to possibly be in the same cluster.</a:t>
            </a:r>
          </a:p>
          <a:p>
            <a:pPr algn="just">
              <a:lnSpc>
                <a:spcPct val="150000"/>
              </a:lnSpc>
            </a:pPr>
            <a:r>
              <a:rPr lang="en-US" sz="1600" dirty="0"/>
              <a:t>It controls the density sensitivity of DBSCAN:</a:t>
            </a:r>
          </a:p>
          <a:p>
            <a:pPr marL="285750" indent="-285750" algn="just">
              <a:lnSpc>
                <a:spcPct val="150000"/>
              </a:lnSpc>
              <a:buFont typeface="Arial" panose="020B0604020202020204" pitchFamily="34" charset="0"/>
              <a:buChar char="•"/>
            </a:pPr>
            <a:r>
              <a:rPr lang="en-US" sz="1600" dirty="0"/>
              <a:t>A </a:t>
            </a:r>
            <a:r>
              <a:rPr lang="en-US" sz="1600" b="1" dirty="0"/>
              <a:t>small eps </a:t>
            </a:r>
            <a:r>
              <a:rPr lang="en-US" sz="1600" dirty="0"/>
              <a:t>means only very close points will be grouped together — this makes the algorithm look for dense clusters.</a:t>
            </a:r>
          </a:p>
          <a:p>
            <a:pPr marL="285750" indent="-285750" algn="just">
              <a:lnSpc>
                <a:spcPct val="150000"/>
              </a:lnSpc>
              <a:buFont typeface="Arial" panose="020B0604020202020204" pitchFamily="34" charset="0"/>
              <a:buChar char="•"/>
            </a:pPr>
            <a:r>
              <a:rPr lang="en-US" sz="1600" dirty="0"/>
              <a:t>A </a:t>
            </a:r>
            <a:r>
              <a:rPr lang="en-US" sz="1600" b="1" dirty="0"/>
              <a:t>large eps </a:t>
            </a:r>
            <a:r>
              <a:rPr lang="en-US" sz="1600" dirty="0"/>
              <a:t>allows points that are farther apart to be grouped — this may lead to </a:t>
            </a:r>
            <a:r>
              <a:rPr lang="en-US" sz="1600" b="1" dirty="0"/>
              <a:t>fewer</a:t>
            </a:r>
            <a:r>
              <a:rPr lang="en-US" sz="1600" dirty="0"/>
              <a:t> clusters or even one big one.</a:t>
            </a:r>
          </a:p>
          <a:p>
            <a:pPr algn="just">
              <a:lnSpc>
                <a:spcPct val="150000"/>
              </a:lnSpc>
            </a:pPr>
            <a:r>
              <a:rPr lang="en-US" sz="1600" dirty="0"/>
              <a:t>DBSCAN uses this radius to decide if a point is part of a </a:t>
            </a:r>
            <a:r>
              <a:rPr lang="en-US" sz="1600" b="1" dirty="0"/>
              <a:t>dense region</a:t>
            </a:r>
            <a:r>
              <a:rPr lang="en-US" sz="1600" dirty="0"/>
              <a:t> (a cluster) or if it is an </a:t>
            </a:r>
            <a:r>
              <a:rPr lang="en-US" sz="1600" b="1" dirty="0"/>
              <a:t>outlier</a:t>
            </a:r>
            <a:r>
              <a:rPr lang="en-US" sz="1600" dirty="0"/>
              <a:t> (noise).</a:t>
            </a:r>
          </a:p>
        </p:txBody>
      </p:sp>
    </p:spTree>
    <p:extLst>
      <p:ext uri="{BB962C8B-B14F-4D97-AF65-F5344CB8AC3E}">
        <p14:creationId xmlns:p14="http://schemas.microsoft.com/office/powerpoint/2010/main" val="39132438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BEAD2-943B-FF76-74EC-F2CA06DF3371}"/>
            </a:ext>
          </a:extLst>
        </p:cNvPr>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FB497087-D9A4-558C-FE0D-059D972D7F1D}"/>
              </a:ext>
            </a:extLst>
          </p:cNvPr>
          <p:cNvSpPr>
            <a:spLocks noGrp="1"/>
          </p:cNvSpPr>
          <p:nvPr>
            <p:ph sz="quarter" idx="13"/>
          </p:nvPr>
        </p:nvSpPr>
        <p:spPr>
          <a:xfrm>
            <a:off x="412315" y="0"/>
            <a:ext cx="11367369" cy="1157469"/>
          </a:xfrm>
        </p:spPr>
        <p:txBody>
          <a:bodyPr anchor="ctr"/>
          <a:lstStyle/>
          <a:p>
            <a:r>
              <a:rPr lang="en-US" sz="4000" b="0" dirty="0">
                <a:latin typeface="+mj-lt"/>
              </a:rPr>
              <a:t>What does “</a:t>
            </a:r>
            <a:r>
              <a:rPr lang="en-US" sz="4000" b="0" dirty="0" err="1">
                <a:latin typeface="+mj-lt"/>
              </a:rPr>
              <a:t>min_samples</a:t>
            </a:r>
            <a:r>
              <a:rPr lang="en-US" sz="4000" b="0" dirty="0">
                <a:latin typeface="+mj-lt"/>
              </a:rPr>
              <a:t>” parameter mean</a:t>
            </a:r>
          </a:p>
        </p:txBody>
      </p:sp>
      <p:sp>
        <p:nvSpPr>
          <p:cNvPr id="4" name="Rectangle 3">
            <a:extLst>
              <a:ext uri="{FF2B5EF4-FFF2-40B4-BE49-F238E27FC236}">
                <a16:creationId xmlns:a16="http://schemas.microsoft.com/office/drawing/2014/main" id="{9030A877-9DB8-977E-69A3-A5E506DC177A}"/>
              </a:ext>
            </a:extLst>
          </p:cNvPr>
          <p:cNvSpPr>
            <a:spLocks noChangeArrowheads="1"/>
          </p:cNvSpPr>
          <p:nvPr/>
        </p:nvSpPr>
        <p:spPr bwMode="auto">
          <a:xfrm>
            <a:off x="412315" y="1157469"/>
            <a:ext cx="10988748"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b="0" i="0" kern="1200" baseline="0" dirty="0">
                <a:ln>
                  <a:noFill/>
                </a:ln>
                <a:solidFill>
                  <a:srgbClr val="000000"/>
                </a:solidFill>
                <a:effectLst/>
                <a:latin typeface="Arial Body"/>
              </a:rPr>
              <a:t>Meaning of </a:t>
            </a:r>
            <a:r>
              <a:rPr lang="en-US" b="1" i="0" kern="1200" baseline="0" dirty="0" err="1">
                <a:ln>
                  <a:noFill/>
                </a:ln>
                <a:solidFill>
                  <a:srgbClr val="000000"/>
                </a:solidFill>
                <a:effectLst/>
                <a:latin typeface="Arial Body"/>
              </a:rPr>
              <a:t>min_samples</a:t>
            </a:r>
            <a:r>
              <a:rPr lang="en-US" b="1" i="0" kern="1200" baseline="0" dirty="0">
                <a:ln>
                  <a:noFill/>
                </a:ln>
                <a:solidFill>
                  <a:srgbClr val="000000"/>
                </a:solidFill>
                <a:effectLst/>
                <a:latin typeface="Arial Body"/>
              </a:rPr>
              <a:t> </a:t>
            </a:r>
            <a:r>
              <a:rPr lang="en-US" i="0" kern="1200" baseline="0" dirty="0">
                <a:ln>
                  <a:noFill/>
                </a:ln>
                <a:solidFill>
                  <a:srgbClr val="000000"/>
                </a:solidFill>
                <a:effectLst/>
                <a:latin typeface="Arial Body"/>
              </a:rPr>
              <a:t>— Minimum Points in a Neighborhood</a:t>
            </a:r>
            <a:endParaRPr lang="uk-UA" dirty="0">
              <a:effectLst/>
              <a:latin typeface="Arial Body"/>
            </a:endParaRPr>
          </a:p>
        </p:txBody>
      </p:sp>
      <p:sp>
        <p:nvSpPr>
          <p:cNvPr id="6" name="TextBox 5">
            <a:extLst>
              <a:ext uri="{FF2B5EF4-FFF2-40B4-BE49-F238E27FC236}">
                <a16:creationId xmlns:a16="http://schemas.microsoft.com/office/drawing/2014/main" id="{4875DB99-6B62-3F7F-1C43-DEF98D23FD0B}"/>
              </a:ext>
            </a:extLst>
          </p:cNvPr>
          <p:cNvSpPr txBox="1"/>
          <p:nvPr/>
        </p:nvSpPr>
        <p:spPr>
          <a:xfrm>
            <a:off x="412314" y="1853273"/>
            <a:ext cx="10456314" cy="4109330"/>
          </a:xfrm>
          <a:prstGeom prst="rect">
            <a:avLst/>
          </a:prstGeom>
          <a:noFill/>
        </p:spPr>
        <p:txBody>
          <a:bodyPr wrap="square">
            <a:spAutoFit/>
          </a:bodyPr>
          <a:lstStyle/>
          <a:p>
            <a:pPr algn="just">
              <a:lnSpc>
                <a:spcPct val="150000"/>
              </a:lnSpc>
            </a:pPr>
            <a:r>
              <a:rPr lang="en-US" sz="1600" b="1" dirty="0" err="1"/>
              <a:t>min_samples</a:t>
            </a:r>
            <a:r>
              <a:rPr lang="en-US" sz="1600" b="1" dirty="0"/>
              <a:t> </a:t>
            </a:r>
            <a:r>
              <a:rPr lang="en-US" sz="1600" dirty="0"/>
              <a:t>defines the minimum number of points that must be within a point’s </a:t>
            </a:r>
            <a:r>
              <a:rPr lang="en-US" sz="1600" b="1" dirty="0"/>
              <a:t>eps</a:t>
            </a:r>
            <a:r>
              <a:rPr lang="en-US" sz="1600" dirty="0"/>
              <a:t> radius (including the point itself) for it to be considered a core point.</a:t>
            </a:r>
          </a:p>
          <a:p>
            <a:pPr algn="just">
              <a:lnSpc>
                <a:spcPct val="150000"/>
              </a:lnSpc>
            </a:pPr>
            <a:r>
              <a:rPr lang="en-US" sz="1600" dirty="0"/>
              <a:t>This helps DBSCAN determine whether a point </a:t>
            </a:r>
            <a:r>
              <a:rPr lang="en-US" sz="1600" b="1" dirty="0"/>
              <a:t>is important enough </a:t>
            </a:r>
            <a:r>
              <a:rPr lang="en-US" sz="1600" dirty="0"/>
              <a:t>to start forming or expanding a cluster.</a:t>
            </a:r>
          </a:p>
          <a:p>
            <a:pPr algn="just">
              <a:lnSpc>
                <a:spcPct val="150000"/>
              </a:lnSpc>
            </a:pPr>
            <a:r>
              <a:rPr lang="en-US" sz="1600" dirty="0"/>
              <a:t>Based on </a:t>
            </a:r>
            <a:r>
              <a:rPr lang="en-US" sz="1600" b="1" dirty="0" err="1"/>
              <a:t>min_samples</a:t>
            </a:r>
            <a:r>
              <a:rPr lang="en-US" sz="1600" dirty="0"/>
              <a:t>, DBSCAN classifies each point as:</a:t>
            </a:r>
          </a:p>
          <a:p>
            <a:pPr marL="285750" indent="-285750" algn="just">
              <a:lnSpc>
                <a:spcPct val="150000"/>
              </a:lnSpc>
              <a:buFont typeface="Arial" panose="020B0604020202020204" pitchFamily="34" charset="0"/>
              <a:buChar char="•"/>
            </a:pPr>
            <a:r>
              <a:rPr lang="en-US" sz="1600" dirty="0"/>
              <a:t>Core point: Has at least </a:t>
            </a:r>
            <a:r>
              <a:rPr lang="en-US" sz="1600" b="1" dirty="0" err="1"/>
              <a:t>min_samples</a:t>
            </a:r>
            <a:r>
              <a:rPr lang="en-US" sz="1600" b="1" dirty="0"/>
              <a:t> </a:t>
            </a:r>
            <a:r>
              <a:rPr lang="en-US" sz="1600" dirty="0"/>
              <a:t>neighbors — can start a new cluster.</a:t>
            </a:r>
          </a:p>
          <a:p>
            <a:pPr marL="285750" indent="-285750" algn="just">
              <a:lnSpc>
                <a:spcPct val="150000"/>
              </a:lnSpc>
              <a:buFont typeface="Arial" panose="020B0604020202020204" pitchFamily="34" charset="0"/>
              <a:buChar char="•"/>
            </a:pPr>
            <a:r>
              <a:rPr lang="en-US" sz="1600" dirty="0"/>
              <a:t>Border point: Has fewer than </a:t>
            </a:r>
            <a:r>
              <a:rPr lang="en-US" sz="1600" b="1" dirty="0" err="1"/>
              <a:t>min_samples</a:t>
            </a:r>
            <a:r>
              <a:rPr lang="en-US" sz="1600" b="1" dirty="0"/>
              <a:t> </a:t>
            </a:r>
            <a:r>
              <a:rPr lang="en-US" sz="1600" dirty="0"/>
              <a:t>neighbors but is near a core point — can be part of a cluster but can’t start one.</a:t>
            </a:r>
          </a:p>
          <a:p>
            <a:pPr marL="285750" indent="-285750" algn="just">
              <a:lnSpc>
                <a:spcPct val="150000"/>
              </a:lnSpc>
              <a:buFont typeface="Arial" panose="020B0604020202020204" pitchFamily="34" charset="0"/>
              <a:buChar char="•"/>
            </a:pPr>
            <a:r>
              <a:rPr lang="en-US" sz="1600" dirty="0"/>
              <a:t>Noise point: Doesn’t meet the requirement — treated as an </a:t>
            </a:r>
            <a:r>
              <a:rPr lang="en-US" sz="1600" b="1" dirty="0"/>
              <a:t>outlier</a:t>
            </a:r>
            <a:r>
              <a:rPr lang="en-US" sz="1600" dirty="0"/>
              <a:t>.</a:t>
            </a:r>
          </a:p>
          <a:p>
            <a:pPr algn="just">
              <a:lnSpc>
                <a:spcPct val="150000"/>
              </a:lnSpc>
            </a:pPr>
            <a:r>
              <a:rPr lang="en-US" sz="1600" dirty="0"/>
              <a:t>The value of </a:t>
            </a:r>
            <a:r>
              <a:rPr lang="en-US" sz="1600" b="1" dirty="0" err="1"/>
              <a:t>min_samples</a:t>
            </a:r>
            <a:r>
              <a:rPr lang="en-US" sz="1600" b="1" dirty="0"/>
              <a:t> </a:t>
            </a:r>
            <a:r>
              <a:rPr lang="en-US" sz="1600" dirty="0"/>
              <a:t>affects the sensitivity to noise:</a:t>
            </a:r>
          </a:p>
          <a:p>
            <a:pPr algn="just">
              <a:lnSpc>
                <a:spcPct val="150000"/>
              </a:lnSpc>
            </a:pPr>
            <a:r>
              <a:rPr lang="en-US" sz="1600" dirty="0"/>
              <a:t>Lower </a:t>
            </a:r>
            <a:r>
              <a:rPr lang="en-US" sz="1600" b="1" dirty="0" err="1"/>
              <a:t>min_samples</a:t>
            </a:r>
            <a:r>
              <a:rPr lang="en-US" sz="1600" b="1" dirty="0"/>
              <a:t> </a:t>
            </a:r>
            <a:r>
              <a:rPr lang="en-US" sz="1600" dirty="0"/>
              <a:t>→ easier to form clusters but may include noise.</a:t>
            </a:r>
          </a:p>
          <a:p>
            <a:pPr algn="just">
              <a:lnSpc>
                <a:spcPct val="150000"/>
              </a:lnSpc>
            </a:pPr>
            <a:r>
              <a:rPr lang="en-US" sz="1600" dirty="0"/>
              <a:t>Higher </a:t>
            </a:r>
            <a:r>
              <a:rPr lang="en-US" sz="1600" b="1" dirty="0" err="1"/>
              <a:t>min_samples</a:t>
            </a:r>
            <a:r>
              <a:rPr lang="en-US" sz="1600" b="1" dirty="0"/>
              <a:t> </a:t>
            </a:r>
            <a:r>
              <a:rPr lang="en-US" sz="1600" dirty="0"/>
              <a:t>→ clusters need more density, so sparse regions are ignored.</a:t>
            </a:r>
          </a:p>
        </p:txBody>
      </p:sp>
    </p:spTree>
    <p:extLst>
      <p:ext uri="{BB962C8B-B14F-4D97-AF65-F5344CB8AC3E}">
        <p14:creationId xmlns:p14="http://schemas.microsoft.com/office/powerpoint/2010/main" val="955092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62AB9-AB34-1412-1127-490C374F1B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C5807F-03E8-EFD4-5D17-D988697D00EC}"/>
              </a:ext>
            </a:extLst>
          </p:cNvPr>
          <p:cNvSpPr>
            <a:spLocks noGrp="1"/>
          </p:cNvSpPr>
          <p:nvPr>
            <p:ph type="title"/>
          </p:nvPr>
        </p:nvSpPr>
        <p:spPr>
          <a:xfrm>
            <a:off x="612648" y="219456"/>
            <a:ext cx="10652760" cy="1133856"/>
          </a:xfrm>
        </p:spPr>
        <p:txBody>
          <a:bodyPr anchor="ctr">
            <a:normAutofit/>
          </a:bodyPr>
          <a:lstStyle/>
          <a:p>
            <a:r>
              <a:rPr lang="en-US" sz="4400" dirty="0"/>
              <a:t>Pros of DBSCAN</a:t>
            </a:r>
            <a:endParaRPr lang="uk-UA" sz="4400" dirty="0"/>
          </a:p>
        </p:txBody>
      </p:sp>
      <p:sp>
        <p:nvSpPr>
          <p:cNvPr id="7" name="Rectangle 2">
            <a:extLst>
              <a:ext uri="{FF2B5EF4-FFF2-40B4-BE49-F238E27FC236}">
                <a16:creationId xmlns:a16="http://schemas.microsoft.com/office/drawing/2014/main" id="{849733D6-C154-FF22-1759-736F4CE76CEC}"/>
              </a:ext>
            </a:extLst>
          </p:cNvPr>
          <p:cNvSpPr>
            <a:spLocks noChangeArrowheads="1"/>
          </p:cNvSpPr>
          <p:nvPr/>
        </p:nvSpPr>
        <p:spPr bwMode="auto">
          <a:xfrm>
            <a:off x="612648" y="1353312"/>
            <a:ext cx="9701695" cy="318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Can find arbitrarily shaped clusters</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Works well with clusters that aren’t round or spherical.</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Handles noise and outliers naturally</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Points that don’t belong to any cluster are labeled as noise — very useful in real-world messy data.</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Works well when clusters vary in size and density</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Especially good for datasets where clusters are uneven.</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sz="1800" i="0" u="none" strike="noStrike" cap="none" normalizeH="0" baseline="0" dirty="0">
                <a:ln>
                  <a:noFill/>
                </a:ln>
                <a:solidFill>
                  <a:schemeClr val="tx1"/>
                </a:solidFill>
                <a:effectLst/>
                <a:latin typeface="Arial Body"/>
              </a:rPr>
              <a:t>No need to specify number of clusters in advance</a:t>
            </a:r>
            <a:br>
              <a:rPr kumimoji="0" lang="uk-UA" altLang="uk-UA" sz="1800"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65000"/>
                    <a:lumOff val="35000"/>
                  </a:schemeClr>
                </a:solidFill>
                <a:effectLst/>
                <a:latin typeface="Arial Body"/>
              </a:rPr>
              <a:t>➤ Unlike K-Means, you don’t have to guess how many clusters exist.</a:t>
            </a:r>
          </a:p>
        </p:txBody>
      </p:sp>
    </p:spTree>
    <p:extLst>
      <p:ext uri="{BB962C8B-B14F-4D97-AF65-F5344CB8AC3E}">
        <p14:creationId xmlns:p14="http://schemas.microsoft.com/office/powerpoint/2010/main" val="1216234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8E3A8-D3F6-17A3-1E21-A00481F857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FE86B-5684-6FEF-D2DA-794D657FE63D}"/>
              </a:ext>
            </a:extLst>
          </p:cNvPr>
          <p:cNvSpPr>
            <a:spLocks noGrp="1"/>
          </p:cNvSpPr>
          <p:nvPr>
            <p:ph type="title"/>
          </p:nvPr>
        </p:nvSpPr>
        <p:spPr>
          <a:xfrm>
            <a:off x="612648" y="219456"/>
            <a:ext cx="10652760" cy="1133856"/>
          </a:xfrm>
        </p:spPr>
        <p:txBody>
          <a:bodyPr anchor="ctr">
            <a:normAutofit/>
          </a:bodyPr>
          <a:lstStyle/>
          <a:p>
            <a:r>
              <a:rPr lang="en-US" sz="4400" dirty="0"/>
              <a:t>Cons of DBSCAN</a:t>
            </a:r>
            <a:endParaRPr lang="uk-UA" sz="4400" dirty="0"/>
          </a:p>
        </p:txBody>
      </p:sp>
      <p:sp>
        <p:nvSpPr>
          <p:cNvPr id="4" name="TextBox 3">
            <a:extLst>
              <a:ext uri="{FF2B5EF4-FFF2-40B4-BE49-F238E27FC236}">
                <a16:creationId xmlns:a16="http://schemas.microsoft.com/office/drawing/2014/main" id="{D14D4C89-2E37-A199-DE98-EC66B2051030}"/>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5" name="Rectangle 1">
            <a:extLst>
              <a:ext uri="{FF2B5EF4-FFF2-40B4-BE49-F238E27FC236}">
                <a16:creationId xmlns:a16="http://schemas.microsoft.com/office/drawing/2014/main" id="{A9C4A827-BE5C-756E-CF71-BBB1832883A5}"/>
              </a:ext>
            </a:extLst>
          </p:cNvPr>
          <p:cNvSpPr>
            <a:spLocks noChangeArrowheads="1"/>
          </p:cNvSpPr>
          <p:nvPr/>
        </p:nvSpPr>
        <p:spPr bwMode="auto">
          <a:xfrm>
            <a:off x="612648" y="1465907"/>
            <a:ext cx="10652760" cy="3555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i="0" u="none" strike="noStrike" cap="none" normalizeH="0" baseline="0" dirty="0">
                <a:ln>
                  <a:noFill/>
                </a:ln>
                <a:solidFill>
                  <a:schemeClr val="tx1"/>
                </a:solidFill>
                <a:effectLst/>
                <a:latin typeface="Arial Body"/>
              </a:rPr>
              <a:t>Sensitive to parameter choice (eps, min_samples)</a:t>
            </a:r>
            <a:br>
              <a:rPr kumimoji="0" lang="uk-UA" altLang="uk-UA"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50000"/>
                    <a:lumOff val="50000"/>
                  </a:schemeClr>
                </a:solidFill>
                <a:effectLst/>
                <a:latin typeface="Arial Body"/>
              </a:rPr>
              <a:t>➤ Requires careful tuning; poor values can lead to bad clustering or all points marked as noise.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i="0" u="none" strike="noStrike" cap="none" normalizeH="0" baseline="0" dirty="0">
                <a:ln>
                  <a:noFill/>
                </a:ln>
                <a:solidFill>
                  <a:schemeClr val="tx1"/>
                </a:solidFill>
                <a:effectLst/>
                <a:latin typeface="Arial Body"/>
              </a:rPr>
              <a:t>Not good for high-dimensional data</a:t>
            </a:r>
            <a:br>
              <a:rPr kumimoji="0" lang="uk-UA" altLang="uk-UA"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50000"/>
                    <a:lumOff val="50000"/>
                  </a:schemeClr>
                </a:solidFill>
                <a:effectLst/>
                <a:latin typeface="Arial Body"/>
              </a:rPr>
              <a:t>➤ In high dimensions, distance becomes less meaningful (</a:t>
            </a:r>
            <a:r>
              <a:rPr kumimoji="0" lang="uk-UA" altLang="uk-UA" sz="1600" b="1" i="0" u="none" strike="noStrike" cap="none" normalizeH="0" baseline="0" dirty="0">
                <a:ln>
                  <a:noFill/>
                </a:ln>
                <a:solidFill>
                  <a:schemeClr val="tx1">
                    <a:lumMod val="50000"/>
                    <a:lumOff val="50000"/>
                  </a:schemeClr>
                </a:solidFill>
                <a:effectLst/>
                <a:latin typeface="Arial Body"/>
              </a:rPr>
              <a:t>curse of dimensionality</a:t>
            </a:r>
            <a:r>
              <a:rPr kumimoji="0" lang="uk-UA" altLang="uk-UA" sz="1600" i="0" u="none" strike="noStrike" cap="none" normalizeH="0" baseline="0" dirty="0">
                <a:ln>
                  <a:noFill/>
                </a:ln>
                <a:solidFill>
                  <a:schemeClr val="tx1">
                    <a:lumMod val="50000"/>
                    <a:lumOff val="50000"/>
                  </a:schemeClr>
                </a:solidFill>
                <a:effectLst/>
                <a:latin typeface="Arial Body"/>
              </a:rPr>
              <a:t>), making DBSCAN less effective.</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i="0" u="none" strike="noStrike" cap="none" normalizeH="0" baseline="0" dirty="0">
                <a:ln>
                  <a:noFill/>
                </a:ln>
                <a:solidFill>
                  <a:schemeClr val="tx1"/>
                </a:solidFill>
                <a:effectLst/>
                <a:latin typeface="Arial Body"/>
              </a:rPr>
              <a:t>Performance can degrade with large datasets</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uk-UA" altLang="uk-UA" i="0" u="none" strike="noStrike" cap="none" normalizeH="0" baseline="0" dirty="0">
                <a:ln>
                  <a:noFill/>
                </a:ln>
                <a:solidFill>
                  <a:schemeClr val="tx1"/>
                </a:solidFill>
                <a:effectLst/>
                <a:latin typeface="Arial Body"/>
              </a:rPr>
              <a:t>Struggles with varying densities</a:t>
            </a:r>
            <a:br>
              <a:rPr kumimoji="0" lang="uk-UA" altLang="uk-UA" i="0" u="none" strike="noStrike" cap="none" normalizeH="0" baseline="0" dirty="0">
                <a:ln>
                  <a:noFill/>
                </a:ln>
                <a:solidFill>
                  <a:schemeClr val="tx1"/>
                </a:solidFill>
                <a:effectLst/>
                <a:latin typeface="Arial Body"/>
              </a:rPr>
            </a:br>
            <a:r>
              <a:rPr kumimoji="0" lang="uk-UA" altLang="uk-UA" sz="1600" i="0" u="none" strike="noStrike" cap="none" normalizeH="0" baseline="0" dirty="0">
                <a:ln>
                  <a:noFill/>
                </a:ln>
                <a:solidFill>
                  <a:schemeClr val="tx1">
                    <a:lumMod val="50000"/>
                    <a:lumOff val="50000"/>
                  </a:schemeClr>
                </a:solidFill>
                <a:effectLst/>
                <a:latin typeface="Arial Body"/>
              </a:rPr>
              <a:t>➤ If clusters have very different densities, DBSCAN might fail to detect them properly</a:t>
            </a:r>
            <a:r>
              <a:rPr lang="en-US" altLang="uk-UA" sz="1600" dirty="0">
                <a:solidFill>
                  <a:schemeClr val="tx1">
                    <a:lumMod val="50000"/>
                    <a:lumOff val="50000"/>
                  </a:schemeClr>
                </a:solidFill>
                <a:latin typeface="Arial Body"/>
              </a:rPr>
              <a:t>, e.g.,</a:t>
            </a:r>
            <a:r>
              <a:rPr lang="en-US" sz="1600" dirty="0">
                <a:solidFill>
                  <a:schemeClr val="tx1">
                    <a:lumMod val="50000"/>
                    <a:lumOff val="50000"/>
                  </a:schemeClr>
                </a:solidFill>
                <a:latin typeface="Arial Body"/>
              </a:rPr>
              <a:t> your dataset has some clusters that are </a:t>
            </a:r>
            <a:r>
              <a:rPr lang="en-US" sz="1600" b="1" dirty="0">
                <a:solidFill>
                  <a:schemeClr val="tx1">
                    <a:lumMod val="50000"/>
                    <a:lumOff val="50000"/>
                  </a:schemeClr>
                </a:solidFill>
                <a:latin typeface="Arial Body"/>
              </a:rPr>
              <a:t>tight and dense</a:t>
            </a:r>
            <a:r>
              <a:rPr lang="en-US" sz="1600" dirty="0">
                <a:solidFill>
                  <a:schemeClr val="tx1">
                    <a:lumMod val="50000"/>
                    <a:lumOff val="50000"/>
                  </a:schemeClr>
                </a:solidFill>
                <a:latin typeface="Arial Body"/>
              </a:rPr>
              <a:t>, and others that are </a:t>
            </a:r>
            <a:r>
              <a:rPr lang="en-US" sz="1600" b="1" dirty="0">
                <a:solidFill>
                  <a:schemeClr val="tx1">
                    <a:lumMod val="50000"/>
                    <a:lumOff val="50000"/>
                  </a:schemeClr>
                </a:solidFill>
                <a:latin typeface="Arial Body"/>
              </a:rPr>
              <a:t>sparse and spread out.</a:t>
            </a:r>
            <a:endParaRPr kumimoji="0" lang="uk-UA" altLang="uk-UA" i="0" u="none" strike="noStrike" cap="none" normalizeH="0" baseline="0" dirty="0">
              <a:ln>
                <a:noFill/>
              </a:ln>
              <a:solidFill>
                <a:schemeClr val="tx1">
                  <a:lumMod val="50000"/>
                  <a:lumOff val="50000"/>
                </a:schemeClr>
              </a:solidFill>
              <a:effectLst/>
              <a:latin typeface="Arial Body"/>
            </a:endParaRPr>
          </a:p>
        </p:txBody>
      </p:sp>
    </p:spTree>
    <p:extLst>
      <p:ext uri="{BB962C8B-B14F-4D97-AF65-F5344CB8AC3E}">
        <p14:creationId xmlns:p14="http://schemas.microsoft.com/office/powerpoint/2010/main" val="36203249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D4F84-2134-9980-A5CE-316BF3C7B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0F1EA-2D13-1C87-4F67-65F907A1F8B4}"/>
              </a:ext>
            </a:extLst>
          </p:cNvPr>
          <p:cNvSpPr>
            <a:spLocks noGrp="1"/>
          </p:cNvSpPr>
          <p:nvPr>
            <p:ph type="title"/>
          </p:nvPr>
        </p:nvSpPr>
        <p:spPr>
          <a:xfrm>
            <a:off x="657226" y="436418"/>
            <a:ext cx="6357032" cy="4512397"/>
          </a:xfrm>
        </p:spPr>
        <p:txBody>
          <a:bodyPr/>
          <a:lstStyle/>
          <a:p>
            <a:r>
              <a:rPr lang="en-US" dirty="0"/>
              <a:t>Use cases</a:t>
            </a:r>
          </a:p>
        </p:txBody>
      </p:sp>
      <p:sp>
        <p:nvSpPr>
          <p:cNvPr id="3" name="Text Placeholder 2">
            <a:extLst>
              <a:ext uri="{FF2B5EF4-FFF2-40B4-BE49-F238E27FC236}">
                <a16:creationId xmlns:a16="http://schemas.microsoft.com/office/drawing/2014/main" id="{455D2CD9-F4DB-27C9-9BA9-45C7307AB692}"/>
              </a:ext>
            </a:extLst>
          </p:cNvPr>
          <p:cNvSpPr>
            <a:spLocks noGrp="1"/>
          </p:cNvSpPr>
          <p:nvPr>
            <p:ph type="body" sz="quarter" idx="17"/>
          </p:nvPr>
        </p:nvSpPr>
        <p:spPr>
          <a:xfrm>
            <a:off x="657225" y="5152864"/>
            <a:ext cx="6796871" cy="1268718"/>
          </a:xfrm>
        </p:spPr>
        <p:txBody>
          <a:bodyPr/>
          <a:lstStyle/>
          <a:p>
            <a:r>
              <a:rPr lang="en-US" sz="2400" dirty="0"/>
              <a:t>DBSCAN, K-Means, Agglomerative clustering</a:t>
            </a:r>
            <a:endParaRPr lang="en-US" altLang="zh-CN" sz="1800" dirty="0"/>
          </a:p>
        </p:txBody>
      </p:sp>
      <p:pic>
        <p:nvPicPr>
          <p:cNvPr id="8" name="Picture Placeholder 7" descr="A blue light bulb and hands&#10;&#10;AI-generated content may be incorrect.">
            <a:extLst>
              <a:ext uri="{FF2B5EF4-FFF2-40B4-BE49-F238E27FC236}">
                <a16:creationId xmlns:a16="http://schemas.microsoft.com/office/drawing/2014/main" id="{7B4D271A-193B-4894-8EE8-C3B74EC5EC4C}"/>
              </a:ext>
            </a:extLst>
          </p:cNvPr>
          <p:cNvPicPr>
            <a:picLocks noGrp="1" noChangeAspect="1"/>
          </p:cNvPicPr>
          <p:nvPr>
            <p:ph type="pic" sz="quarter" idx="18"/>
          </p:nvPr>
        </p:nvPicPr>
        <p:blipFill>
          <a:blip r:embed="rId2">
            <a:extLst>
              <a:ext uri="{28A0092B-C50C-407E-A947-70E740481C1C}">
                <a14:useLocalDpi xmlns:a14="http://schemas.microsoft.com/office/drawing/2010/main" val="0"/>
              </a:ext>
            </a:extLst>
          </a:blip>
          <a:srcRect/>
          <a:stretch>
            <a:fillRect/>
          </a:stretch>
        </p:blipFill>
        <p:spPr/>
      </p:pic>
      <p:pic>
        <p:nvPicPr>
          <p:cNvPr id="13" name="Picture Placeholder 12" descr="A planet earth with clouds and water&#10;&#10;AI-generated content may be incorrect.">
            <a:extLst>
              <a:ext uri="{FF2B5EF4-FFF2-40B4-BE49-F238E27FC236}">
                <a16:creationId xmlns:a16="http://schemas.microsoft.com/office/drawing/2014/main" id="{CDF19DAA-4512-3CA9-440F-8AB517F8084D}"/>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l="-39751" t="-31165" b="-27636"/>
          <a:stretch/>
        </p:blipFill>
        <p:spPr>
          <a:xfrm>
            <a:off x="9052312" y="2833425"/>
            <a:ext cx="3139688" cy="3872174"/>
          </a:xfrm>
        </p:spPr>
      </p:pic>
    </p:spTree>
    <p:extLst>
      <p:ext uri="{BB962C8B-B14F-4D97-AF65-F5344CB8AC3E}">
        <p14:creationId xmlns:p14="http://schemas.microsoft.com/office/powerpoint/2010/main" val="179185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02207-060F-1D2E-5AD7-4F94E1E5E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B3770-F720-8509-CEDD-5037EFC225D5}"/>
              </a:ext>
            </a:extLst>
          </p:cNvPr>
          <p:cNvSpPr>
            <a:spLocks noGrp="1"/>
          </p:cNvSpPr>
          <p:nvPr>
            <p:ph type="title"/>
          </p:nvPr>
        </p:nvSpPr>
        <p:spPr>
          <a:xfrm>
            <a:off x="612648" y="219456"/>
            <a:ext cx="10652760" cy="1133856"/>
          </a:xfrm>
        </p:spPr>
        <p:txBody>
          <a:bodyPr anchor="ctr">
            <a:normAutofit/>
          </a:bodyPr>
          <a:lstStyle/>
          <a:p>
            <a:r>
              <a:rPr lang="en-US" sz="3200" dirty="0"/>
              <a:t>Example: GPS-based City Detection</a:t>
            </a:r>
            <a:endParaRPr lang="uk-UA" sz="4400" dirty="0"/>
          </a:p>
        </p:txBody>
      </p:sp>
      <p:sp>
        <p:nvSpPr>
          <p:cNvPr id="4" name="TextBox 3">
            <a:extLst>
              <a:ext uri="{FF2B5EF4-FFF2-40B4-BE49-F238E27FC236}">
                <a16:creationId xmlns:a16="http://schemas.microsoft.com/office/drawing/2014/main" id="{D3BD28C1-012D-D019-9AD8-2895C42210AF}"/>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5" name="Rectangle 1">
            <a:extLst>
              <a:ext uri="{FF2B5EF4-FFF2-40B4-BE49-F238E27FC236}">
                <a16:creationId xmlns:a16="http://schemas.microsoft.com/office/drawing/2014/main" id="{EF64C7A6-7B2D-048E-8566-813D6C51B316}"/>
              </a:ext>
            </a:extLst>
          </p:cNvPr>
          <p:cNvSpPr>
            <a:spLocks noChangeArrowheads="1"/>
          </p:cNvSpPr>
          <p:nvPr/>
        </p:nvSpPr>
        <p:spPr bwMode="auto">
          <a:xfrm>
            <a:off x="612648" y="1379249"/>
            <a:ext cx="1065276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000" b="1" dirty="0"/>
              <a:t>Problem description:</a:t>
            </a:r>
            <a:br>
              <a:rPr lang="en-US" sz="2000" dirty="0"/>
            </a:br>
            <a:r>
              <a:rPr lang="en-US" sz="2000" dirty="0"/>
              <a:t>You have GPS data points collected from mobile devices or vehicles and want to identify dense areas (like cities or traffic zones) without knowing how many cities are in the data.</a:t>
            </a:r>
          </a:p>
          <a:p>
            <a:pPr>
              <a:lnSpc>
                <a:spcPct val="150000"/>
              </a:lnSpc>
              <a:buNone/>
            </a:pPr>
            <a:r>
              <a:rPr lang="en-US" sz="2000" b="1" dirty="0"/>
              <a:t>Which algorithm covers this problem better:</a:t>
            </a:r>
            <a:br>
              <a:rPr lang="en-US" sz="2000" dirty="0"/>
            </a:br>
            <a:r>
              <a:rPr lang="en-US" sz="2000" dirty="0"/>
              <a:t>DBSCAN</a:t>
            </a:r>
          </a:p>
          <a:p>
            <a:pPr>
              <a:lnSpc>
                <a:spcPct val="150000"/>
              </a:lnSpc>
            </a:pPr>
            <a:r>
              <a:rPr lang="en-US" sz="2000" b="1" dirty="0"/>
              <a:t>Why does this algorithm cover this problem better:</a:t>
            </a:r>
            <a:br>
              <a:rPr lang="en-US" sz="2000" dirty="0"/>
            </a:br>
            <a:r>
              <a:rPr lang="en-US" sz="2000" dirty="0"/>
              <a:t>It finds areas where lots of dots are close together (cities), and ignores dots that are far apart (countryside or roads). You don’t have to tell it how many cities to look for.</a:t>
            </a:r>
            <a:endParaRPr kumimoji="0" lang="uk-UA" altLang="uk-UA" sz="2000" i="0" u="none" strike="noStrike" cap="none" normalizeH="0" baseline="0" dirty="0">
              <a:ln>
                <a:noFill/>
              </a:ln>
              <a:solidFill>
                <a:schemeClr val="tx1">
                  <a:lumMod val="50000"/>
                  <a:lumOff val="50000"/>
                </a:schemeClr>
              </a:solidFill>
              <a:effectLst/>
              <a:latin typeface="Arial Body"/>
            </a:endParaRPr>
          </a:p>
        </p:txBody>
      </p:sp>
    </p:spTree>
    <p:extLst>
      <p:ext uri="{BB962C8B-B14F-4D97-AF65-F5344CB8AC3E}">
        <p14:creationId xmlns:p14="http://schemas.microsoft.com/office/powerpoint/2010/main" val="3064042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35DAB-8BBE-1126-4999-A3D04B8F6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88C11-6999-51B4-1951-33ED1C4988D4}"/>
              </a:ext>
            </a:extLst>
          </p:cNvPr>
          <p:cNvSpPr>
            <a:spLocks noGrp="1"/>
          </p:cNvSpPr>
          <p:nvPr>
            <p:ph type="title"/>
          </p:nvPr>
        </p:nvSpPr>
        <p:spPr>
          <a:xfrm>
            <a:off x="612648" y="219456"/>
            <a:ext cx="10652760" cy="1133856"/>
          </a:xfrm>
        </p:spPr>
        <p:txBody>
          <a:bodyPr anchor="ctr">
            <a:normAutofit/>
          </a:bodyPr>
          <a:lstStyle/>
          <a:p>
            <a:r>
              <a:rPr lang="en-US" sz="3200" dirty="0"/>
              <a:t>Example: Finding Fraud in Bank Transactions</a:t>
            </a:r>
            <a:endParaRPr lang="uk-UA" sz="4400" dirty="0"/>
          </a:p>
        </p:txBody>
      </p:sp>
      <p:sp>
        <p:nvSpPr>
          <p:cNvPr id="4" name="TextBox 3">
            <a:extLst>
              <a:ext uri="{FF2B5EF4-FFF2-40B4-BE49-F238E27FC236}">
                <a16:creationId xmlns:a16="http://schemas.microsoft.com/office/drawing/2014/main" id="{5C22ABA8-3BE8-5591-55BD-01BE70F2A180}"/>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5" name="Rectangle 1">
            <a:extLst>
              <a:ext uri="{FF2B5EF4-FFF2-40B4-BE49-F238E27FC236}">
                <a16:creationId xmlns:a16="http://schemas.microsoft.com/office/drawing/2014/main" id="{A479A430-036B-04B9-311F-FBF912313199}"/>
              </a:ext>
            </a:extLst>
          </p:cNvPr>
          <p:cNvSpPr>
            <a:spLocks noChangeArrowheads="1"/>
          </p:cNvSpPr>
          <p:nvPr/>
        </p:nvSpPr>
        <p:spPr bwMode="auto">
          <a:xfrm>
            <a:off x="612648" y="1379249"/>
            <a:ext cx="1065276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000" b="1" dirty="0"/>
              <a:t>Problem description:</a:t>
            </a:r>
            <a:br>
              <a:rPr lang="en-US" sz="2000" dirty="0"/>
            </a:br>
            <a:r>
              <a:rPr lang="en-US" sz="2000" dirty="0"/>
              <a:t>We want to find strange bank transactions that look different from normal ones, like someone using your card in a different country.</a:t>
            </a:r>
          </a:p>
          <a:p>
            <a:pPr>
              <a:lnSpc>
                <a:spcPct val="150000"/>
              </a:lnSpc>
              <a:buNone/>
            </a:pPr>
            <a:r>
              <a:rPr lang="en-US" sz="2000" b="1" dirty="0"/>
              <a:t>Which algorithm covers this problem better:</a:t>
            </a:r>
            <a:br>
              <a:rPr lang="en-US" sz="2000" dirty="0"/>
            </a:br>
            <a:r>
              <a:rPr lang="en-US" sz="2000" dirty="0"/>
              <a:t>DBSCAN</a:t>
            </a:r>
          </a:p>
          <a:p>
            <a:pPr>
              <a:lnSpc>
                <a:spcPct val="150000"/>
              </a:lnSpc>
            </a:pPr>
            <a:r>
              <a:rPr lang="en-US" sz="2000" b="1" dirty="0"/>
              <a:t>Why does this algorithm cover this problem better:</a:t>
            </a:r>
            <a:br>
              <a:rPr lang="en-US" sz="2000" dirty="0"/>
            </a:br>
            <a:r>
              <a:rPr lang="en-US" sz="2000" dirty="0"/>
              <a:t>It groups all the usual transactions together and leaves the weird ones out. Those “left out” ones are what we care about — possible fraud.</a:t>
            </a:r>
            <a:endParaRPr kumimoji="0" lang="uk-UA" altLang="uk-UA" sz="2000" i="0" u="none" strike="noStrike" cap="none" normalizeH="0" baseline="0" dirty="0">
              <a:ln>
                <a:noFill/>
              </a:ln>
              <a:solidFill>
                <a:schemeClr val="tx1">
                  <a:lumMod val="50000"/>
                  <a:lumOff val="50000"/>
                </a:schemeClr>
              </a:solidFill>
              <a:effectLst/>
              <a:latin typeface="Arial Body"/>
            </a:endParaRPr>
          </a:p>
        </p:txBody>
      </p:sp>
    </p:spTree>
    <p:extLst>
      <p:ext uri="{BB962C8B-B14F-4D97-AF65-F5344CB8AC3E}">
        <p14:creationId xmlns:p14="http://schemas.microsoft.com/office/powerpoint/2010/main" val="3993767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17DBE-541E-1F25-24F7-D9CFD3AD9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3C1F7-EB35-6BB5-957C-0E49A00C200F}"/>
              </a:ext>
            </a:extLst>
          </p:cNvPr>
          <p:cNvSpPr>
            <a:spLocks noGrp="1"/>
          </p:cNvSpPr>
          <p:nvPr>
            <p:ph type="title"/>
          </p:nvPr>
        </p:nvSpPr>
        <p:spPr>
          <a:xfrm>
            <a:off x="612648" y="219456"/>
            <a:ext cx="10652760" cy="1133856"/>
          </a:xfrm>
        </p:spPr>
        <p:txBody>
          <a:bodyPr anchor="ctr">
            <a:normAutofit/>
          </a:bodyPr>
          <a:lstStyle/>
          <a:p>
            <a:r>
              <a:rPr lang="en-US" sz="3200" dirty="0"/>
              <a:t>Example: Grouping News Articles by Topic</a:t>
            </a:r>
            <a:endParaRPr lang="uk-UA" sz="4400" dirty="0"/>
          </a:p>
        </p:txBody>
      </p:sp>
      <p:sp>
        <p:nvSpPr>
          <p:cNvPr id="4" name="TextBox 3">
            <a:extLst>
              <a:ext uri="{FF2B5EF4-FFF2-40B4-BE49-F238E27FC236}">
                <a16:creationId xmlns:a16="http://schemas.microsoft.com/office/drawing/2014/main" id="{DC724451-934C-1FAB-B7A9-101C846E3811}"/>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5" name="Rectangle 1">
            <a:extLst>
              <a:ext uri="{FF2B5EF4-FFF2-40B4-BE49-F238E27FC236}">
                <a16:creationId xmlns:a16="http://schemas.microsoft.com/office/drawing/2014/main" id="{EF0D927A-7958-5710-670C-D5F7076E0FB2}"/>
              </a:ext>
            </a:extLst>
          </p:cNvPr>
          <p:cNvSpPr>
            <a:spLocks noChangeArrowheads="1"/>
          </p:cNvSpPr>
          <p:nvPr/>
        </p:nvSpPr>
        <p:spPr bwMode="auto">
          <a:xfrm>
            <a:off x="612648" y="1379249"/>
            <a:ext cx="1065276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000" b="1" dirty="0"/>
              <a:t>Problem description:</a:t>
            </a:r>
            <a:br>
              <a:rPr lang="en-US" sz="2000" dirty="0"/>
            </a:br>
            <a:r>
              <a:rPr lang="en-US" sz="2000" dirty="0"/>
              <a:t>We have lots of news stories, and we want to organize them into topics like sports, politics, and technology — maybe even break those down into subtopics.</a:t>
            </a:r>
          </a:p>
          <a:p>
            <a:pPr>
              <a:lnSpc>
                <a:spcPct val="150000"/>
              </a:lnSpc>
              <a:buNone/>
            </a:pPr>
            <a:r>
              <a:rPr lang="en-US" sz="2000" b="1" dirty="0"/>
              <a:t>Which algorithm covers this problem better:</a:t>
            </a:r>
            <a:br>
              <a:rPr lang="en-US" sz="2000" dirty="0"/>
            </a:br>
            <a:r>
              <a:rPr lang="en-US" sz="2000" dirty="0"/>
              <a:t>Agglomerative Clustering</a:t>
            </a:r>
          </a:p>
          <a:p>
            <a:pPr>
              <a:lnSpc>
                <a:spcPct val="150000"/>
              </a:lnSpc>
              <a:buNone/>
            </a:pPr>
            <a:r>
              <a:rPr lang="en-US" sz="2000" b="1" dirty="0"/>
              <a:t>Why does this algorithm cover this problem better:</a:t>
            </a:r>
            <a:br>
              <a:rPr lang="en-US" sz="2000" dirty="0"/>
            </a:br>
            <a:r>
              <a:rPr lang="en-US" sz="2000" dirty="0"/>
              <a:t>It builds a tree that starts with each article by itself and slowly joins similar ones together. So, you can see how topics are grouped step by step — from small to big groups.</a:t>
            </a:r>
            <a:endParaRPr kumimoji="0" lang="uk-UA" altLang="uk-UA" sz="2000" i="0" u="none" strike="noStrike" cap="none" normalizeH="0" baseline="0" dirty="0">
              <a:ln>
                <a:noFill/>
              </a:ln>
              <a:solidFill>
                <a:schemeClr val="tx1">
                  <a:lumMod val="50000"/>
                  <a:lumOff val="50000"/>
                </a:schemeClr>
              </a:solidFill>
              <a:effectLst/>
              <a:latin typeface="Arial Body"/>
            </a:endParaRPr>
          </a:p>
        </p:txBody>
      </p:sp>
    </p:spTree>
    <p:extLst>
      <p:ext uri="{BB962C8B-B14F-4D97-AF65-F5344CB8AC3E}">
        <p14:creationId xmlns:p14="http://schemas.microsoft.com/office/powerpoint/2010/main" val="2070999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1A212-ABD3-53A8-6996-40E06DA85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1D977-B008-048D-A1FF-D18DBC915788}"/>
              </a:ext>
            </a:extLst>
          </p:cNvPr>
          <p:cNvSpPr>
            <a:spLocks noGrp="1"/>
          </p:cNvSpPr>
          <p:nvPr>
            <p:ph type="title"/>
          </p:nvPr>
        </p:nvSpPr>
        <p:spPr>
          <a:xfrm>
            <a:off x="612648" y="219456"/>
            <a:ext cx="10652760" cy="1133856"/>
          </a:xfrm>
        </p:spPr>
        <p:txBody>
          <a:bodyPr anchor="ctr">
            <a:normAutofit/>
          </a:bodyPr>
          <a:lstStyle/>
          <a:p>
            <a:r>
              <a:rPr lang="en-US" sz="3200" dirty="0"/>
              <a:t>Example: Grouping Patients by Symptoms</a:t>
            </a:r>
            <a:endParaRPr lang="uk-UA" sz="4400" dirty="0"/>
          </a:p>
        </p:txBody>
      </p:sp>
      <p:sp>
        <p:nvSpPr>
          <p:cNvPr id="4" name="TextBox 3">
            <a:extLst>
              <a:ext uri="{FF2B5EF4-FFF2-40B4-BE49-F238E27FC236}">
                <a16:creationId xmlns:a16="http://schemas.microsoft.com/office/drawing/2014/main" id="{038FE0BE-FC9E-FA96-BF26-769859D95DE1}"/>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5" name="Rectangle 1">
            <a:extLst>
              <a:ext uri="{FF2B5EF4-FFF2-40B4-BE49-F238E27FC236}">
                <a16:creationId xmlns:a16="http://schemas.microsoft.com/office/drawing/2014/main" id="{E5290E3D-E4A1-6381-BB64-19FA8DBD381C}"/>
              </a:ext>
            </a:extLst>
          </p:cNvPr>
          <p:cNvSpPr>
            <a:spLocks noChangeArrowheads="1"/>
          </p:cNvSpPr>
          <p:nvPr/>
        </p:nvSpPr>
        <p:spPr bwMode="auto">
          <a:xfrm>
            <a:off x="612648" y="1379249"/>
            <a:ext cx="1065276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000" b="1" dirty="0"/>
              <a:t>Problem description:</a:t>
            </a:r>
            <a:br>
              <a:rPr lang="en-US" sz="2000" dirty="0"/>
            </a:br>
            <a:r>
              <a:rPr lang="en-US" sz="2000" dirty="0"/>
              <a:t>Doctors want to group patients who have similar symptoms, to better understand diseases or choose treatments.</a:t>
            </a:r>
          </a:p>
          <a:p>
            <a:pPr>
              <a:lnSpc>
                <a:spcPct val="150000"/>
              </a:lnSpc>
              <a:buNone/>
            </a:pPr>
            <a:r>
              <a:rPr lang="en-US" sz="2000" b="1" dirty="0"/>
              <a:t>Which algorithm covers this problem better:</a:t>
            </a:r>
            <a:br>
              <a:rPr lang="en-US" sz="2000" dirty="0"/>
            </a:br>
            <a:r>
              <a:rPr lang="en-US" sz="2000" dirty="0"/>
              <a:t>Agglomerative Clustering</a:t>
            </a:r>
          </a:p>
          <a:p>
            <a:pPr>
              <a:lnSpc>
                <a:spcPct val="150000"/>
              </a:lnSpc>
              <a:buNone/>
            </a:pPr>
            <a:r>
              <a:rPr lang="en-US" sz="2000" b="1" dirty="0"/>
              <a:t>Why does this algorithm cover this problem better:</a:t>
            </a:r>
            <a:br>
              <a:rPr lang="en-US" sz="2000" dirty="0"/>
            </a:br>
            <a:r>
              <a:rPr lang="en-US" sz="2000" dirty="0"/>
              <a:t>It starts by treating each patient as their own group, then keeps combining the most similar ones. This way, doctors can see which symptoms often appear together.</a:t>
            </a:r>
            <a:endParaRPr kumimoji="0" lang="uk-UA" altLang="uk-UA" sz="2000" i="0" u="none" strike="noStrike" cap="none" normalizeH="0" baseline="0" dirty="0">
              <a:ln>
                <a:noFill/>
              </a:ln>
              <a:solidFill>
                <a:schemeClr val="tx1">
                  <a:lumMod val="50000"/>
                  <a:lumOff val="50000"/>
                </a:schemeClr>
              </a:solidFill>
              <a:effectLst/>
              <a:latin typeface="Arial Body"/>
            </a:endParaRPr>
          </a:p>
        </p:txBody>
      </p:sp>
    </p:spTree>
    <p:extLst>
      <p:ext uri="{BB962C8B-B14F-4D97-AF65-F5344CB8AC3E}">
        <p14:creationId xmlns:p14="http://schemas.microsoft.com/office/powerpoint/2010/main" val="18779954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5889-8E45-68F5-DB8F-D80BFCF6B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9A1CB-3FD6-FDF9-FDA7-4D1D786D1A38}"/>
              </a:ext>
            </a:extLst>
          </p:cNvPr>
          <p:cNvSpPr>
            <a:spLocks noGrp="1"/>
          </p:cNvSpPr>
          <p:nvPr>
            <p:ph type="title"/>
          </p:nvPr>
        </p:nvSpPr>
        <p:spPr>
          <a:xfrm>
            <a:off x="612648" y="219456"/>
            <a:ext cx="10652760" cy="1133856"/>
          </a:xfrm>
        </p:spPr>
        <p:txBody>
          <a:bodyPr anchor="ctr">
            <a:normAutofit/>
          </a:bodyPr>
          <a:lstStyle/>
          <a:p>
            <a:r>
              <a:rPr lang="en-US" sz="3200" dirty="0"/>
              <a:t>Example: Customer Segmentation in Retail</a:t>
            </a:r>
            <a:endParaRPr lang="uk-UA" sz="4400" dirty="0"/>
          </a:p>
        </p:txBody>
      </p:sp>
      <p:sp>
        <p:nvSpPr>
          <p:cNvPr id="4" name="TextBox 3">
            <a:extLst>
              <a:ext uri="{FF2B5EF4-FFF2-40B4-BE49-F238E27FC236}">
                <a16:creationId xmlns:a16="http://schemas.microsoft.com/office/drawing/2014/main" id="{76E2080E-5C2F-43C8-8A2A-7EBF4D44D329}"/>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5" name="Rectangle 1">
            <a:extLst>
              <a:ext uri="{FF2B5EF4-FFF2-40B4-BE49-F238E27FC236}">
                <a16:creationId xmlns:a16="http://schemas.microsoft.com/office/drawing/2014/main" id="{E03EE615-0E15-2570-FA24-B4944AD1E3FB}"/>
              </a:ext>
            </a:extLst>
          </p:cNvPr>
          <p:cNvSpPr>
            <a:spLocks noChangeArrowheads="1"/>
          </p:cNvSpPr>
          <p:nvPr/>
        </p:nvSpPr>
        <p:spPr bwMode="auto">
          <a:xfrm>
            <a:off x="612648" y="1379249"/>
            <a:ext cx="1065276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None/>
            </a:pPr>
            <a:r>
              <a:rPr lang="en-US" sz="2000" b="1" dirty="0"/>
              <a:t>Problem description:</a:t>
            </a:r>
          </a:p>
          <a:p>
            <a:pPr algn="just">
              <a:lnSpc>
                <a:spcPct val="150000"/>
              </a:lnSpc>
              <a:buNone/>
            </a:pPr>
            <a:r>
              <a:rPr lang="en-US" sz="2000" dirty="0"/>
              <a:t>The store wants to group customers according to how they shop - for example, high spenders, occasional shoppers or frequent shoppers.</a:t>
            </a:r>
          </a:p>
          <a:p>
            <a:pPr>
              <a:lnSpc>
                <a:spcPct val="150000"/>
              </a:lnSpc>
              <a:buNone/>
            </a:pPr>
            <a:r>
              <a:rPr lang="en-US" sz="2000" b="1" dirty="0"/>
              <a:t>Which algorithm covers this problem better:</a:t>
            </a:r>
            <a:br>
              <a:rPr lang="en-US" sz="2000" dirty="0"/>
            </a:br>
            <a:r>
              <a:rPr lang="en-US" sz="2000" dirty="0"/>
              <a:t>K-Means</a:t>
            </a:r>
          </a:p>
          <a:p>
            <a:pPr>
              <a:lnSpc>
                <a:spcPct val="150000"/>
              </a:lnSpc>
              <a:buNone/>
            </a:pPr>
            <a:r>
              <a:rPr lang="en-US" sz="2000" b="1" dirty="0"/>
              <a:t>Why does this algorithm cover this problem better:</a:t>
            </a:r>
            <a:br>
              <a:rPr lang="en-US" sz="2000" dirty="0"/>
            </a:br>
            <a:r>
              <a:rPr lang="en-US" sz="2000" dirty="0"/>
              <a:t>It’s fast and easy to use. It splits customers into groups that are clear and easy to understand — great for making ads or offers for each group.</a:t>
            </a:r>
            <a:endParaRPr kumimoji="0" lang="uk-UA" altLang="uk-UA" sz="2000" i="0" u="none" strike="noStrike" cap="none" normalizeH="0" baseline="0" dirty="0">
              <a:ln>
                <a:noFill/>
              </a:ln>
              <a:solidFill>
                <a:schemeClr val="tx1">
                  <a:lumMod val="50000"/>
                  <a:lumOff val="50000"/>
                </a:schemeClr>
              </a:solidFill>
              <a:effectLst/>
              <a:latin typeface="Arial Body"/>
            </a:endParaRPr>
          </a:p>
        </p:txBody>
      </p:sp>
    </p:spTree>
    <p:extLst>
      <p:ext uri="{BB962C8B-B14F-4D97-AF65-F5344CB8AC3E}">
        <p14:creationId xmlns:p14="http://schemas.microsoft.com/office/powerpoint/2010/main" val="795477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105A2-E7C4-6612-C762-C34F30B4A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3027E-03D1-030C-5E4A-38FE5B404188}"/>
              </a:ext>
            </a:extLst>
          </p:cNvPr>
          <p:cNvSpPr>
            <a:spLocks noGrp="1"/>
          </p:cNvSpPr>
          <p:nvPr>
            <p:ph type="title"/>
          </p:nvPr>
        </p:nvSpPr>
        <p:spPr>
          <a:xfrm>
            <a:off x="612648" y="219456"/>
            <a:ext cx="10652760" cy="1133856"/>
          </a:xfrm>
        </p:spPr>
        <p:txBody>
          <a:bodyPr anchor="ctr">
            <a:normAutofit/>
          </a:bodyPr>
          <a:lstStyle/>
          <a:p>
            <a:r>
              <a:rPr lang="en-US" sz="3200" dirty="0"/>
              <a:t>Example: Reducing Colors in an Image</a:t>
            </a:r>
            <a:endParaRPr lang="uk-UA" sz="4400" dirty="0"/>
          </a:p>
        </p:txBody>
      </p:sp>
      <p:sp>
        <p:nvSpPr>
          <p:cNvPr id="4" name="TextBox 3">
            <a:extLst>
              <a:ext uri="{FF2B5EF4-FFF2-40B4-BE49-F238E27FC236}">
                <a16:creationId xmlns:a16="http://schemas.microsoft.com/office/drawing/2014/main" id="{E58DB425-4B14-2885-15E1-A5AD0A737C76}"/>
              </a:ext>
            </a:extLst>
          </p:cNvPr>
          <p:cNvSpPr txBox="1"/>
          <p:nvPr/>
        </p:nvSpPr>
        <p:spPr>
          <a:xfrm>
            <a:off x="612648" y="1574157"/>
            <a:ext cx="10232021" cy="456535"/>
          </a:xfrm>
          <a:prstGeom prst="rect">
            <a:avLst/>
          </a:prstGeom>
          <a:noFill/>
        </p:spPr>
        <p:txBody>
          <a:bodyPr wrap="square">
            <a:spAutoFit/>
          </a:bodyPr>
          <a:lstStyle/>
          <a:p>
            <a:pPr marL="342900" indent="-342900" algn="l">
              <a:lnSpc>
                <a:spcPct val="150000"/>
              </a:lnSpc>
              <a:buFont typeface="Arial" panose="020B0604020202020204" pitchFamily="34" charset="0"/>
              <a:buChar char="•"/>
            </a:pPr>
            <a:endParaRPr lang="en-US" i="0" dirty="0">
              <a:solidFill>
                <a:schemeClr val="tx1">
                  <a:lumMod val="65000"/>
                  <a:lumOff val="35000"/>
                </a:schemeClr>
              </a:solidFill>
              <a:effectLst/>
              <a:latin typeface="Arial Body"/>
            </a:endParaRPr>
          </a:p>
        </p:txBody>
      </p:sp>
      <p:sp>
        <p:nvSpPr>
          <p:cNvPr id="5" name="Rectangle 1">
            <a:extLst>
              <a:ext uri="{FF2B5EF4-FFF2-40B4-BE49-F238E27FC236}">
                <a16:creationId xmlns:a16="http://schemas.microsoft.com/office/drawing/2014/main" id="{B34A3184-496F-AB70-EBC9-6FA58B0C840B}"/>
              </a:ext>
            </a:extLst>
          </p:cNvPr>
          <p:cNvSpPr>
            <a:spLocks noChangeArrowheads="1"/>
          </p:cNvSpPr>
          <p:nvPr/>
        </p:nvSpPr>
        <p:spPr bwMode="auto">
          <a:xfrm>
            <a:off x="612648" y="1379249"/>
            <a:ext cx="10652760" cy="37286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buNone/>
            </a:pPr>
            <a:r>
              <a:rPr lang="en-US" sz="2000" b="1" dirty="0"/>
              <a:t>Problem description:</a:t>
            </a:r>
          </a:p>
          <a:p>
            <a:pPr algn="just">
              <a:lnSpc>
                <a:spcPct val="150000"/>
              </a:lnSpc>
              <a:buNone/>
            </a:pPr>
            <a:r>
              <a:rPr lang="en-US" sz="2000" dirty="0"/>
              <a:t>We want to make a picture smaller in size by using fewer colors, without changing how it looks too much.</a:t>
            </a:r>
          </a:p>
          <a:p>
            <a:pPr>
              <a:lnSpc>
                <a:spcPct val="150000"/>
              </a:lnSpc>
              <a:buNone/>
            </a:pPr>
            <a:r>
              <a:rPr lang="en-US" sz="2000" b="1" dirty="0"/>
              <a:t>Which algorithm covers this problem better:</a:t>
            </a:r>
            <a:br>
              <a:rPr lang="en-US" sz="2000" dirty="0"/>
            </a:br>
            <a:r>
              <a:rPr lang="en-US" sz="2000" dirty="0"/>
              <a:t>K-Means</a:t>
            </a:r>
          </a:p>
          <a:p>
            <a:pPr>
              <a:lnSpc>
                <a:spcPct val="150000"/>
              </a:lnSpc>
              <a:buNone/>
            </a:pPr>
            <a:r>
              <a:rPr lang="en-US" sz="2000" b="1" dirty="0"/>
              <a:t>Why does this algorithm cover this problem better:</a:t>
            </a:r>
            <a:br>
              <a:rPr lang="en-US" sz="2000" dirty="0"/>
            </a:br>
            <a:r>
              <a:rPr lang="en-US" sz="2000" dirty="0"/>
              <a:t>It picks a few main colors and changes the other colors in the picture to the nearest one. The picture still looks good, but now it uses fewer colors, so it takes up less space.</a:t>
            </a:r>
            <a:endParaRPr kumimoji="0" lang="uk-UA" altLang="uk-UA" sz="2000" i="0" u="none" strike="noStrike" cap="none" normalizeH="0" baseline="0" dirty="0">
              <a:ln>
                <a:noFill/>
              </a:ln>
              <a:solidFill>
                <a:schemeClr val="tx1">
                  <a:lumMod val="50000"/>
                  <a:lumOff val="50000"/>
                </a:schemeClr>
              </a:solidFill>
              <a:effectLst/>
              <a:latin typeface="Arial Body"/>
            </a:endParaRPr>
          </a:p>
        </p:txBody>
      </p:sp>
    </p:spTree>
    <p:extLst>
      <p:ext uri="{BB962C8B-B14F-4D97-AF65-F5344CB8AC3E}">
        <p14:creationId xmlns:p14="http://schemas.microsoft.com/office/powerpoint/2010/main" val="21825053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AD419-1A74-AE0E-64A5-316F481BF8EB}"/>
              </a:ext>
            </a:extLst>
          </p:cNvPr>
          <p:cNvSpPr>
            <a:spLocks noGrp="1"/>
          </p:cNvSpPr>
          <p:nvPr>
            <p:ph type="title"/>
          </p:nvPr>
        </p:nvSpPr>
        <p:spPr>
          <a:xfrm>
            <a:off x="844000" y="794426"/>
            <a:ext cx="10504000" cy="1135871"/>
          </a:xfrm>
        </p:spPr>
        <p:txBody>
          <a:bodyPr anchor="ctr"/>
          <a:lstStyle/>
          <a:p>
            <a:r>
              <a:rPr lang="en-US" altLang="zh-CN" noProof="0" dirty="0"/>
              <a:t>Homework</a:t>
            </a:r>
            <a:endParaRPr lang="en-US" dirty="0"/>
          </a:p>
        </p:txBody>
      </p:sp>
      <p:sp>
        <p:nvSpPr>
          <p:cNvPr id="3" name="Content Placeholder 2">
            <a:extLst>
              <a:ext uri="{FF2B5EF4-FFF2-40B4-BE49-F238E27FC236}">
                <a16:creationId xmlns:a16="http://schemas.microsoft.com/office/drawing/2014/main" id="{C686764F-2B75-3A58-78E6-3149017D846A}"/>
              </a:ext>
            </a:extLst>
          </p:cNvPr>
          <p:cNvSpPr>
            <a:spLocks noGrp="1"/>
          </p:cNvSpPr>
          <p:nvPr>
            <p:ph sz="quarter" idx="37"/>
          </p:nvPr>
        </p:nvSpPr>
        <p:spPr>
          <a:xfrm>
            <a:off x="844000" y="1809135"/>
            <a:ext cx="10504000" cy="3686503"/>
          </a:xfrm>
        </p:spPr>
        <p:txBody>
          <a:bodyPr>
            <a:normAutofit/>
          </a:bodyPr>
          <a:lstStyle/>
          <a:p>
            <a:r>
              <a:rPr lang="en-US" sz="2000" b="1" dirty="0"/>
              <a:t>Apply different clustering algorithms to the given dataset :</a:t>
            </a:r>
            <a:endParaRPr lang="en-US" dirty="0"/>
          </a:p>
          <a:p>
            <a:pPr marL="285750" indent="-285750">
              <a:buFont typeface="Arial" panose="020B0604020202020204" pitchFamily="34" charset="0"/>
              <a:buChar char="•"/>
            </a:pPr>
            <a:r>
              <a:rPr lang="en-US" dirty="0"/>
              <a:t>Agglomerative clustering using </a:t>
            </a:r>
            <a:r>
              <a:rPr lang="en-US" b="1" dirty="0"/>
              <a:t>`complete</a:t>
            </a:r>
            <a:r>
              <a:rPr lang="en-US" dirty="0"/>
              <a:t>` linkage </a:t>
            </a:r>
          </a:p>
          <a:p>
            <a:pPr marL="285750" indent="-285750">
              <a:buFont typeface="Arial" panose="020B0604020202020204" pitchFamily="34" charset="0"/>
              <a:buChar char="•"/>
            </a:pPr>
            <a:r>
              <a:rPr lang="en-US" dirty="0"/>
              <a:t>Agglomerative clustering using </a:t>
            </a:r>
            <a:r>
              <a:rPr lang="en-US" b="1" dirty="0"/>
              <a:t>`single` </a:t>
            </a:r>
            <a:r>
              <a:rPr lang="en-US" dirty="0"/>
              <a:t>linkage </a:t>
            </a:r>
          </a:p>
          <a:p>
            <a:pPr marL="285750" indent="-285750">
              <a:buFont typeface="Arial" panose="020B0604020202020204" pitchFamily="34" charset="0"/>
              <a:buChar char="•"/>
            </a:pPr>
            <a:r>
              <a:rPr lang="en-US" dirty="0"/>
              <a:t>DBSCAN</a:t>
            </a:r>
          </a:p>
          <a:p>
            <a:pPr marL="285750" indent="-285750">
              <a:buFont typeface="Arial" panose="020B0604020202020204" pitchFamily="34" charset="0"/>
              <a:buChar char="•"/>
            </a:pPr>
            <a:r>
              <a:rPr lang="en-US" dirty="0"/>
              <a:t>Use “elbow method” to determine the best </a:t>
            </a:r>
            <a:r>
              <a:rPr lang="en-US" b="1" dirty="0"/>
              <a:t>k</a:t>
            </a:r>
            <a:r>
              <a:rPr lang="en-US" dirty="0"/>
              <a:t> for K-Means</a:t>
            </a:r>
          </a:p>
          <a:p>
            <a:r>
              <a:rPr lang="en-US" dirty="0"/>
              <a:t>P.S. If you haven't studied the “elbow method” yet: read about it yourself online</a:t>
            </a:r>
          </a:p>
        </p:txBody>
      </p:sp>
    </p:spTree>
    <p:extLst>
      <p:ext uri="{BB962C8B-B14F-4D97-AF65-F5344CB8AC3E}">
        <p14:creationId xmlns:p14="http://schemas.microsoft.com/office/powerpoint/2010/main" val="22239890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heme/theme1.xml><?xml version="1.0" encoding="utf-8"?>
<a:theme xmlns:a="http://schemas.openxmlformats.org/drawingml/2006/main" name="Custom">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ompany overview001">
      <a:majorFont>
        <a:latin typeface="Franklin Gothic Heavy"/>
        <a:ea typeface=""/>
        <a:cs typeface=""/>
      </a:majorFont>
      <a:minorFont>
        <a:latin typeface="Arial"/>
        <a:ea typeface=""/>
        <a:cs typeface=""/>
      </a:minorFont>
    </a:fontScheme>
    <a:fmtScheme name="OfficePLUS">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PLUS"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48D92EA7-0D9D-4DD7-ACED-749A5B292D4A}">
  <ds:schemaRefs>
    <ds:schemaRef ds:uri="http://schemas.microsoft.com/sharepoint/v3/contenttype/forms"/>
  </ds:schemaRefs>
</ds:datastoreItem>
</file>

<file path=customXml/itemProps2.xml><?xml version="1.0" encoding="utf-8"?>
<ds:datastoreItem xmlns:ds="http://schemas.openxmlformats.org/officeDocument/2006/customXml" ds:itemID="{CD44FAE9-C7DC-48CA-9BFD-B49E0265CE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104F9B3-91A5-4375-A792-D38A13F21997}">
  <ds:schemaRefs>
    <ds:schemaRef ds:uri="http://schemas.microsoft.com/sharepoint/v3"/>
    <ds:schemaRef ds:uri="http://schemas.microsoft.com/office/2006/metadata/properties"/>
    <ds:schemaRef ds:uri="http://www.w3.org/XML/1998/namespace"/>
    <ds:schemaRef ds:uri="http://purl.org/dc/dcmitype/"/>
    <ds:schemaRef ds:uri="21705155-b4ce-4c69-95dc-4fd6cb8c5571"/>
    <ds:schemaRef ds:uri="http://schemas.microsoft.com/office/infopath/2007/PartnerControls"/>
    <ds:schemaRef ds:uri="38de0ec0-4312-429b-9ba4-a6f7899b86f2"/>
    <ds:schemaRef ds:uri="http://purl.org/dc/terms/"/>
    <ds:schemaRef ds:uri="http://schemas.microsoft.com/office/2006/documentManagement/types"/>
    <ds:schemaRef ds:uri="http://schemas.openxmlformats.org/package/2006/metadata/core-properties"/>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831</TotalTime>
  <Words>2305</Words>
  <Application>Microsoft Office PowerPoint</Application>
  <PresentationFormat>Widescreen</PresentationFormat>
  <Paragraphs>162</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Aptos</vt:lpstr>
      <vt:lpstr>Arial</vt:lpstr>
      <vt:lpstr>Arial Body</vt:lpstr>
      <vt:lpstr>Franklin Gothic Heavy</vt:lpstr>
      <vt:lpstr>Custom</vt:lpstr>
      <vt:lpstr>AGGLOMERATIVE CLUSTERING &amp; DBSCAN</vt:lpstr>
      <vt:lpstr>Table of contents</vt:lpstr>
      <vt:lpstr>K-Means</vt:lpstr>
      <vt:lpstr>PowerPoint Presentation</vt:lpstr>
      <vt:lpstr>PowerPoint Presentation</vt:lpstr>
      <vt:lpstr>Euclidean Distance</vt:lpstr>
      <vt:lpstr>Pros of K-Means algorithm</vt:lpstr>
      <vt:lpstr>Cons of K-Means algorithm</vt:lpstr>
      <vt:lpstr>Agglomerative (hierarchical) clustering</vt:lpstr>
      <vt:lpstr>PowerPoint Presentation</vt:lpstr>
      <vt:lpstr>PowerPoint Presentation</vt:lpstr>
      <vt:lpstr>PowerPoint Presentation</vt:lpstr>
      <vt:lpstr>Linkage Methods</vt:lpstr>
      <vt:lpstr>Single Linkage (Minimum, Simple Linkage)</vt:lpstr>
      <vt:lpstr>Complete Linkage (Maximum Linkage)</vt:lpstr>
      <vt:lpstr>Average Linkage</vt:lpstr>
      <vt:lpstr>Centroid Linkage</vt:lpstr>
      <vt:lpstr>Ward’s Linkage</vt:lpstr>
      <vt:lpstr>Linkage Examples</vt:lpstr>
      <vt:lpstr>Pros of Agglomerative clustering</vt:lpstr>
      <vt:lpstr>Cons of Agglomerative clustering</vt:lpstr>
      <vt:lpstr>DBSCAN</vt:lpstr>
      <vt:lpstr>PowerPoint Presentation</vt:lpstr>
      <vt:lpstr>PowerPoint Presentation</vt:lpstr>
      <vt:lpstr>PowerPoint Presentation</vt:lpstr>
      <vt:lpstr>PowerPoint Presentation</vt:lpstr>
      <vt:lpstr>Pros of DBSCAN</vt:lpstr>
      <vt:lpstr>Cons of DBSCAN</vt:lpstr>
      <vt:lpstr>Use cases</vt:lpstr>
      <vt:lpstr>Example: GPS-based City Detection</vt:lpstr>
      <vt:lpstr>Example: Finding Fraud in Bank Transactions</vt:lpstr>
      <vt:lpstr>Example: Grouping News Articles by Topic</vt:lpstr>
      <vt:lpstr>Example: Grouping Patients by Symptoms</vt:lpstr>
      <vt:lpstr>Example: Customer Segmentation in Retail</vt:lpstr>
      <vt:lpstr>Example: Reducing Colors in an Image</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Вадим Бурило</cp:lastModifiedBy>
  <cp:revision>5</cp:revision>
  <dcterms:modified xsi:type="dcterms:W3CDTF">2025-04-14T17:01:38Z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ies>
</file>